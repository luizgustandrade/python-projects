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media/image20.svg" ContentType="image/svg+xml"/>
  <Override PartName="/ppt/media/image2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4"/>
    <p:sldMasterId id="2147483934" r:id="rId5"/>
  </p:sldMasterIdLst>
  <p:notesMasterIdLst>
    <p:notesMasterId r:id="rId7"/>
  </p:notesMasterIdLst>
  <p:sldIdLst>
    <p:sldId id="2147483627" r:id="rId6"/>
    <p:sldId id="2147483628" r:id="rId16"/>
    <p:sldId id="2147483629" r:id="rId17"/>
    <p:sldId id="214748363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96BA3F-88C0-4C07-9522-AB8545B1B294}">
          <p14:sldIdLst>
            <p14:sldId id="21474836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B2691A-26F1-2AA1-DD78-382899FB295C}" name="Andrade, LuizGustavo" initials="AL" userId="S::luiz_gustavo_andrade@dell.com::b80204a5-65bc-4351-a8eb-878fad981ff9" providerId="AD"/>
  <p188:author id="{B66CDB37-0334-6D91-DA02-B5DA677810E2}" name="Shekhar, Anita" initials="AS" userId="S::Anita_Shekhar@Dell.com::0b0525e3-338e-4174-8be1-bb1bb167b49c" providerId="AD"/>
  <p188:author id="{D67F375B-5338-6374-866C-43A4B68DB33B}" name="Cadinelli, Cristina" initials="CC" userId="S::cristina_cadinelli@dell.com::488582c3-e949-4d7d-bbce-96626143cb7b" providerId="AD"/>
  <p188:author id="{E050C9C4-9EDE-F6C9-60C2-68173D620B60}" name="Andrade, LuizGustavo" initials="LA" userId="S::Luiz_gustavo_Andrade@Dell.com::b80204a5-65bc-4351-a8eb-878fad981ff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walm, Jamie" initials="SJ" lastIdx="41" clrIdx="0">
    <p:extLst>
      <p:ext uri="{19B8F6BF-5375-455C-9EA6-DF929625EA0E}">
        <p15:presenceInfo xmlns:p15="http://schemas.microsoft.com/office/powerpoint/2012/main" userId="S::jamie.schwalm@dell.com::4962315c-5a95-40d8-9104-a5aa5e38296d" providerId="AD"/>
      </p:ext>
    </p:extLst>
  </p:cmAuthor>
  <p:cmAuthor id="2" name="Carlson, Dave" initials="CD" lastIdx="5" clrIdx="1">
    <p:extLst>
      <p:ext uri="{19B8F6BF-5375-455C-9EA6-DF929625EA0E}">
        <p15:presenceInfo xmlns:p15="http://schemas.microsoft.com/office/powerpoint/2012/main" userId="S::dave.carlson@dell.com::dde24d79-3d11-47ef-a2bf-02ef6edcb6fd" providerId="AD"/>
      </p:ext>
    </p:extLst>
  </p:cmAuthor>
  <p:cmAuthor id="3" name="Roberts, Matthew" initials="RM" lastIdx="4" clrIdx="2">
    <p:extLst>
      <p:ext uri="{19B8F6BF-5375-455C-9EA6-DF929625EA0E}">
        <p15:presenceInfo xmlns:p15="http://schemas.microsoft.com/office/powerpoint/2012/main" userId="S::Matthew.Roberts@emc.com::648a8a5e-a1a7-4fcd-bbff-9da6a6631ace" providerId="AD"/>
      </p:ext>
    </p:extLst>
  </p:cmAuthor>
  <p:cmAuthor id="4" name="Farage, Adam" initials="FA" lastIdx="2" clrIdx="3">
    <p:extLst>
      <p:ext uri="{19B8F6BF-5375-455C-9EA6-DF929625EA0E}">
        <p15:presenceInfo xmlns:p15="http://schemas.microsoft.com/office/powerpoint/2012/main" userId="S::adam.farage@dell.com::873ec2cd-4032-4029-bc37-32e16aed1e87" providerId="AD"/>
      </p:ext>
    </p:extLst>
  </p:cmAuthor>
  <p:cmAuthor id="5" name="Roberts, Matthew" initials="RM [2]" lastIdx="6" clrIdx="4">
    <p:extLst>
      <p:ext uri="{19B8F6BF-5375-455C-9EA6-DF929625EA0E}">
        <p15:presenceInfo xmlns:p15="http://schemas.microsoft.com/office/powerpoint/2012/main" userId="S::matthew.roberts@dell.com::648a8a5e-a1a7-4fcd-bbff-9da6a6631ace" providerId="AD"/>
      </p:ext>
    </p:extLst>
  </p:cmAuthor>
  <p:cmAuthor id="6" name="Cameron, Erin" initials="CE" lastIdx="1" clrIdx="5">
    <p:extLst>
      <p:ext uri="{19B8F6BF-5375-455C-9EA6-DF929625EA0E}">
        <p15:presenceInfo xmlns:p15="http://schemas.microsoft.com/office/powerpoint/2012/main" userId="S::Erin_Cameron@dell.com::b277a85c-5ca9-4ea9-bf40-74ca318bca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155"/>
    <a:srgbClr val="0672CB"/>
    <a:srgbClr val="FF8989"/>
    <a:srgbClr val="0D1722"/>
    <a:srgbClr val="9DA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9C10C-354E-4DA5-B0B1-02F23E40DEAE}" v="94" dt="2025-09-05T16:47:27.8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microsoft.com/office/2018/10/relationships/authors" Target="authors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ade, LuizGustavo" userId="b80204a5-65bc-4351-a8eb-878fad981ff9" providerId="ADAL" clId="{CB09C10C-354E-4DA5-B0B1-02F23E40DEAE}"/>
    <pc:docChg chg="custSel modSld">
      <pc:chgData name="Andrade, LuizGustavo" userId="b80204a5-65bc-4351-a8eb-878fad981ff9" providerId="ADAL" clId="{CB09C10C-354E-4DA5-B0B1-02F23E40DEAE}" dt="2025-09-05T16:47:27.815" v="335"/>
      <pc:docMkLst>
        <pc:docMk/>
      </pc:docMkLst>
      <pc:sldChg chg="modSp mod">
        <pc:chgData name="Andrade, LuizGustavo" userId="b80204a5-65bc-4351-a8eb-878fad981ff9" providerId="ADAL" clId="{CB09C10C-354E-4DA5-B0B1-02F23E40DEAE}" dt="2025-09-05T16:47:27.815" v="335"/>
        <pc:sldMkLst>
          <pc:docMk/>
          <pc:sldMk cId="174622308" sldId="2147483627"/>
        </pc:sldMkLst>
        <pc:spChg chg="mod">
          <ac:chgData name="Andrade, LuizGustavo" userId="b80204a5-65bc-4351-a8eb-878fad981ff9" providerId="ADAL" clId="{CB09C10C-354E-4DA5-B0B1-02F23E40DEAE}" dt="2025-09-05T16:45:52.146" v="74" actId="20577"/>
          <ac:spMkLst>
            <pc:docMk/>
            <pc:sldMk cId="174622308" sldId="2147483627"/>
            <ac:spMk id="18" creationId="{8FB594A9-A001-7E3D-4495-C7F54215ADCF}"/>
          </ac:spMkLst>
        </pc:spChg>
        <pc:spChg chg="mod">
          <ac:chgData name="Andrade, LuizGustavo" userId="b80204a5-65bc-4351-a8eb-878fad981ff9" providerId="ADAL" clId="{CB09C10C-354E-4DA5-B0B1-02F23E40DEAE}" dt="2025-09-05T16:46:20.638" v="224"/>
          <ac:spMkLst>
            <pc:docMk/>
            <pc:sldMk cId="174622308" sldId="2147483627"/>
            <ac:spMk id="22" creationId="{F018BAB4-5E3C-3EEF-A8B6-ADC74D71DC98}"/>
          </ac:spMkLst>
        </pc:spChg>
        <pc:spChg chg="mod">
          <ac:chgData name="Andrade, LuizGustavo" userId="b80204a5-65bc-4351-a8eb-878fad981ff9" providerId="ADAL" clId="{CB09C10C-354E-4DA5-B0B1-02F23E40DEAE}" dt="2025-09-05T16:46:07.116" v="131" actId="20577"/>
          <ac:spMkLst>
            <pc:docMk/>
            <pc:sldMk cId="174622308" sldId="2147483627"/>
            <ac:spMk id="45" creationId="{035A3DFB-C6B5-C63E-6F8A-34A94E4AB254}"/>
          </ac:spMkLst>
        </pc:spChg>
        <pc:graphicFrameChg chg="mod modGraphic">
          <ac:chgData name="Andrade, LuizGustavo" userId="b80204a5-65bc-4351-a8eb-878fad981ff9" providerId="ADAL" clId="{CB09C10C-354E-4DA5-B0B1-02F23E40DEAE}" dt="2025-09-05T16:47:27.815" v="335"/>
          <ac:graphicFrameMkLst>
            <pc:docMk/>
            <pc:sldMk cId="174622308" sldId="2147483627"/>
            <ac:graphicFrameMk id="3" creationId="{84A9380C-6957-4E3C-BC3E-170DC87E5305}"/>
          </ac:graphicFrameMkLst>
        </pc:graphicFrame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52ED9-7AF8-A141-BB37-996EBDDD2C5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9CEEF-AEFD-C149-8AED-35E4D5D4E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5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7F39C-74C0-E762-139A-8CCBE2C7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47025-63E2-F9B5-F733-A06C73A3D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7E225-B2F2-1DB4-B331-3DD2472C0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2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21.png"/><Relationship Id="rId6" Type="http://schemas.openxmlformats.org/officeDocument/2006/relationships/image" Target="../media/image22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0325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00453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71" indent="-28416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93629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4343402"/>
            <a:ext cx="8027894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5909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4808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25943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1588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51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ox vie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26670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3048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50292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4" name="Content Placeholder 11">
            <a:extLst>
              <a:ext uri="{FF2B5EF4-FFF2-40B4-BE49-F238E27FC236}">
                <a16:creationId xmlns:a16="http://schemas.microsoft.com/office/drawing/2014/main" id="{6504DC64-4F0C-AB63-8D8F-CA56121B8EB2}"/>
              </a:ext>
            </a:extLst>
          </p:cNvPr>
          <p:cNvSpPr>
            <a:spLocks noGrp="1" noChangeAspect="1"/>
          </p:cNvSpPr>
          <p:nvPr>
            <p:ph sz="quarter" idx="14"/>
          </p:nvPr>
        </p:nvSpPr>
        <p:spPr>
          <a:xfrm>
            <a:off x="73914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1">
            <a:extLst>
              <a:ext uri="{FF2B5EF4-FFF2-40B4-BE49-F238E27FC236}">
                <a16:creationId xmlns:a16="http://schemas.microsoft.com/office/drawing/2014/main" id="{73BD5F08-41BB-554E-368A-FCF470CFAEBD}"/>
              </a:ext>
            </a:extLst>
          </p:cNvPr>
          <p:cNvSpPr>
            <a:spLocks noGrp="1" noChangeAspect="1"/>
          </p:cNvSpPr>
          <p:nvPr>
            <p:ph sz="quarter" idx="15"/>
          </p:nvPr>
        </p:nvSpPr>
        <p:spPr>
          <a:xfrm>
            <a:off x="97536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689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6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98556" y="29146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55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361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5518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0673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3610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4551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green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6338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473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267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6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9FFF9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29146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rgbClr val="9F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1596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green">
    <p:bg>
      <p:bgPr>
        <a:solidFill>
          <a:srgbClr val="244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755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9FFF99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9FFF99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749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B30B3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00081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5178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295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ed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AF0261D-3168-603A-763E-1A036640EF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67941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5CDF81-BCDC-4155-A36E-2E848EF6612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91D3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4" y="800101"/>
            <a:ext cx="405616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1E45A1-78E0-4520-916E-F5407FC0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387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re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8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FBEEC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75981" y="29146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4465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red">
    <p:bg>
      <p:bgPr>
        <a:solidFill>
          <a:srgbClr val="691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137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641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7324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>
            <a:glow rad="127000">
              <a:srgbClr val="612CB0"/>
            </a:glo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2"/>
            <a:ext cx="404949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497205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2356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48127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purple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E2FDEF9-3FD6-AC6B-BD4C-4D538691DE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2623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D998F-1CEA-4933-A37B-06244CD6DC67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A145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2602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purple">
    <p:bg>
      <p:bgPr>
        <a:solidFill>
          <a:srgbClr val="612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79879" y="29146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8366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purple">
    <p:bg>
      <p:bgPr>
        <a:solidFill>
          <a:srgbClr val="2A1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12CB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E5CEF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E5CEF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62865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98610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7925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857251"/>
            <a:ext cx="11430000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27107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36161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1"/>
            <a:ext cx="11425529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7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37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00590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873281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61091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66082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52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 Blue Gradient">
    <p:bg>
      <p:bgPr>
        <a:gradFill flip="none" rotWithShape="1">
          <a:gsLst>
            <a:gs pos="0">
              <a:srgbClr val="06A6A4"/>
            </a:gs>
            <a:gs pos="62000">
              <a:schemeClr val="accent1"/>
            </a:gs>
            <a:gs pos="100000">
              <a:srgbClr val="242B4A"/>
            </a:gs>
          </a:gsLst>
          <a:lin ang="792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9401306-EB62-5338-6224-76D035107D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50855"/>
                </a:schemeClr>
              </a:gs>
              <a:gs pos="31000">
                <a:schemeClr val="accent6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3CFBE4-8D38-EC0E-C75D-E5576A6E8071}"/>
              </a:ext>
            </a:extLst>
          </p:cNvPr>
          <p:cNvGrpSpPr/>
          <p:nvPr userDrawn="1"/>
        </p:nvGrpSpPr>
        <p:grpSpPr>
          <a:xfrm>
            <a:off x="333582" y="6337293"/>
            <a:ext cx="1024133" cy="277481"/>
            <a:chOff x="250186" y="4752975"/>
            <a:chExt cx="768100" cy="208111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BEF726B9-83B5-C2B3-1752-1F603FD038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0186" y="4752975"/>
              <a:ext cx="208111" cy="20811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D34A34-343B-3494-E6E7-65F79356CBB3}"/>
                </a:ext>
              </a:extLst>
            </p:cNvPr>
            <p:cNvSpPr txBox="1"/>
            <p:nvPr userDrawn="1"/>
          </p:nvSpPr>
          <p:spPr>
            <a:xfrm>
              <a:off x="484486" y="4880991"/>
              <a:ext cx="533800" cy="769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7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Dell Digital Proven</a:t>
              </a: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306C7280-243C-423B-6E18-C9055824CA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3079" y="6449384"/>
            <a:ext cx="1439515" cy="18702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20E79BB-D75C-8CCE-A8C1-4D044C2FD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92D7A9AC-0DD8-A327-67C0-E44BFBC054AA}"/>
              </a:ext>
            </a:extLst>
          </p:cNvPr>
          <p:cNvSpPr txBox="1"/>
          <p:nvPr userDrawn="1"/>
        </p:nvSpPr>
        <p:spPr>
          <a:xfrm>
            <a:off x="5370636" y="6696353"/>
            <a:ext cx="1601400" cy="92398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Copyright © Dell Inc. All Rights Reserved.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A8557B9-A9DA-D458-B457-A45A11F2D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0D021AB9-CFDE-47F9-A4BC-2FCF9606BAD4}"/>
              </a:ext>
            </a:extLst>
          </p:cNvPr>
          <p:cNvSpPr txBox="1"/>
          <p:nvPr userDrawn="1"/>
        </p:nvSpPr>
        <p:spPr>
          <a:xfrm>
            <a:off x="5140350" y="6697379"/>
            <a:ext cx="105798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6CE"/>
              </a:buClr>
              <a:buSzTx/>
              <a:buFontTx/>
              <a:buNone/>
              <a:tabLst/>
              <a:defRPr/>
            </a:pPr>
            <a:fld id="{996D18BC-BB07-4517-8096-104CA50EE3C2}" type="slidenum">
              <a:rPr kumimoji="0" lang="en-US" sz="667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377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6CE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67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460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bar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3083B9-B011-4088-9915-EA423CD7E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00200"/>
          </a:xfrm>
          <a:prstGeom prst="rect">
            <a:avLst/>
          </a:prstGeom>
          <a:gradFill>
            <a:gsLst>
              <a:gs pos="0">
                <a:schemeClr val="accent6"/>
              </a:gs>
              <a:gs pos="26000">
                <a:schemeClr val="bg1"/>
              </a:gs>
              <a:gs pos="100000">
                <a:schemeClr val="accent1"/>
              </a:gs>
            </a:gsLst>
            <a:lin ang="36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6380C4-5271-4906-B38E-E23B3CA39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41568"/>
            <a:ext cx="11430000" cy="517064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66637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D01FF2D-BCCA-4268-76DA-AA3ED876F1E5}"/>
              </a:ext>
            </a:extLst>
          </p:cNvPr>
          <p:cNvSpPr/>
          <p:nvPr userDrawn="1"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MSIPCMContentMarking" descr="{&quot;HashCode&quot;:-1912962988,&quot;Placement&quot;:&quot;Footer&quot;}">
            <a:extLst>
              <a:ext uri="{FF2B5EF4-FFF2-40B4-BE49-F238E27FC236}">
                <a16:creationId xmlns:a16="http://schemas.microsoft.com/office/drawing/2014/main" id="{1A129CF9-49E7-F484-DAC0-05186760E6D1}"/>
              </a:ext>
            </a:extLst>
          </p:cNvPr>
          <p:cNvSpPr txBox="1"/>
          <p:nvPr userDrawn="1"/>
        </p:nvSpPr>
        <p:spPr>
          <a:xfrm>
            <a:off x="0" y="6645505"/>
            <a:ext cx="1580011" cy="1435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33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18971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1668" y="5831699"/>
            <a:ext cx="3608832" cy="46914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0344EF7-FB04-41A4-900F-48EC95C6F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552449"/>
            <a:ext cx="114300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2743201"/>
            <a:ext cx="114300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52735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2048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3167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0" indent="-152388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80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47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FC175-D0BC-4F85-8A4A-2A566FB52C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2551" y="131554"/>
            <a:ext cx="1059967" cy="61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5432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0" indent="-152388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80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47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68273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1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14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4008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14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78619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1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295400"/>
            <a:ext cx="5410200" cy="5257800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sz="2667" baseline="0">
                <a:solidFill>
                  <a:schemeClr val="bg1"/>
                </a:solidFill>
              </a:defRPr>
            </a:lvl1pPr>
            <a:lvl2pPr marL="230701" indent="-23070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>
                <a:solidFill>
                  <a:schemeClr val="bg2"/>
                </a:solidFill>
              </a:defRPr>
            </a:lvl2pPr>
            <a:lvl3pPr marL="685750" indent="-230701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3pPr>
            <a:lvl4pPr marL="1140798" indent="-224350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1295400"/>
            <a:ext cx="5410200" cy="5257800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sz="2667" baseline="0">
                <a:solidFill>
                  <a:schemeClr val="bg1"/>
                </a:solidFill>
              </a:defRPr>
            </a:lvl1pPr>
            <a:lvl2pPr marL="230701" indent="-23070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>
                <a:solidFill>
                  <a:schemeClr val="bg2"/>
                </a:solidFill>
              </a:defRPr>
            </a:lvl2pPr>
            <a:lvl3pPr marL="685750" indent="-230701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3pPr>
            <a:lvl4pPr marL="1140798" indent="-224350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61027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1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0" y="1295400"/>
            <a:ext cx="3581400" cy="472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4305300" y="1295400"/>
            <a:ext cx="3581400" cy="472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4"/>
          </p:nvPr>
        </p:nvSpPr>
        <p:spPr>
          <a:xfrm>
            <a:off x="8229600" y="1295400"/>
            <a:ext cx="3581400" cy="472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74944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25448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01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 blue gradient bkgd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73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ED6EC7-6D3E-4027-A733-9B78EBA48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1837" y="3005739"/>
            <a:ext cx="6790944" cy="8803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35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Cov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552449"/>
            <a:ext cx="99822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743201"/>
            <a:ext cx="99822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82093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theme" Target="../theme/theme1.xml"/><Relationship Id="rId4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theme" Target="../theme/theme2.xml"/><Relationship Id="rId15" Type="http://schemas.openxmlformats.org/officeDocument/2006/relationships/tags" Target="../tags/tag1.xml"/><Relationship Id="rId16" Type="http://schemas.openxmlformats.org/officeDocument/2006/relationships/oleObject" Target="../embeddings/oleObject1.bin"/><Relationship Id="rId17" Type="http://schemas.openxmlformats.org/officeDocument/2006/relationships/image" Target="../media/image23.emf"/><Relationship Id="rId1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 userDrawn="1"/>
        </p:nvSpPr>
        <p:spPr>
          <a:xfrm>
            <a:off x="5120250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E7B83617-2894-6513-F0F1-A4A046FAD852}"/>
              </a:ext>
            </a:extLst>
          </p:cNvPr>
          <p:cNvSpPr txBox="1"/>
          <p:nvPr userDrawn="1"/>
        </p:nvSpPr>
        <p:spPr>
          <a:xfrm>
            <a:off x="0" y="66469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737373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1815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  <p:sldLayoutId id="2147483752" r:id="rId24"/>
    <p:sldLayoutId id="2147483753" r:id="rId25"/>
    <p:sldLayoutId id="2147483754" r:id="rId26"/>
    <p:sldLayoutId id="2147483755" r:id="rId27"/>
    <p:sldLayoutId id="2147483756" r:id="rId28"/>
    <p:sldLayoutId id="2147483757" r:id="rId29"/>
    <p:sldLayoutId id="2147483758" r:id="rId30"/>
    <p:sldLayoutId id="2147483759" r:id="rId31"/>
    <p:sldLayoutId id="2147483760" r:id="rId32"/>
    <p:sldLayoutId id="2147483761" r:id="rId33"/>
    <p:sldLayoutId id="2147483762" r:id="rId34"/>
    <p:sldLayoutId id="2147483763" r:id="rId35"/>
    <p:sldLayoutId id="2147483764" r:id="rId36"/>
    <p:sldLayoutId id="2147483765" r:id="rId37"/>
    <p:sldLayoutId id="2147483766" r:id="rId38"/>
    <p:sldLayoutId id="2147483767" r:id="rId39"/>
    <p:sldLayoutId id="2147483768" r:id="rId40"/>
    <p:sldLayoutId id="2147483769" r:id="rId41"/>
    <p:sldLayoutId id="2147483770" r:id="rId42"/>
    <p:sldLayoutId id="2147483771" r:id="rId43"/>
    <p:sldLayoutId id="2147483772" r:id="rId44"/>
    <p:sldLayoutId id="2147484180" r:id="rId45"/>
  </p:sldLayoutIdLst>
  <p:txStyles>
    <p:titleStyle>
      <a:lvl1pPr algn="l" defTabSz="91438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6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5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9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9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3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5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2A94194-466B-3B85-3BBE-9B21CABA49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870056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47" imgH="348" progId="TCLayout.ActiveDocument.1">
                  <p:embed/>
                </p:oleObj>
              </mc:Choice>
              <mc:Fallback>
                <p:oleObj name="think-cell Slide" r:id="rId16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2A94194-466B-3B85-3BBE-9B21CABA49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786D398D-DD5C-4078-8274-379C83B07C65}"/>
              </a:ext>
            </a:extLst>
          </p:cNvPr>
          <p:cNvSpPr txBox="1"/>
          <p:nvPr userDrawn="1"/>
        </p:nvSpPr>
        <p:spPr>
          <a:xfrm>
            <a:off x="5600137" y="6706263"/>
            <a:ext cx="1009892" cy="92398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l" defTabSz="121908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67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© Copyright 2020 Dell Inc.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82E68752-7C9A-4682-A834-9D61B1717556}"/>
              </a:ext>
            </a:extLst>
          </p:cNvPr>
          <p:cNvSpPr txBox="1"/>
          <p:nvPr userDrawn="1"/>
        </p:nvSpPr>
        <p:spPr>
          <a:xfrm>
            <a:off x="5140350" y="6706263"/>
            <a:ext cx="105798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67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67" b="0" kern="1200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2A8109-E492-4870-82D2-8E73695DFE6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5055" y="6612752"/>
            <a:ext cx="1438656" cy="187024"/>
          </a:xfrm>
          <a:prstGeom prst="rect">
            <a:avLst/>
          </a:prstGeom>
        </p:spPr>
      </p:pic>
      <p:sp>
        <p:nvSpPr>
          <p:cNvPr id="2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77A9DEFE-FDE9-FE70-88C5-854B274C804C}"/>
              </a:ext>
            </a:extLst>
          </p:cNvPr>
          <p:cNvSpPr txBox="1"/>
          <p:nvPr userDrawn="1"/>
        </p:nvSpPr>
        <p:spPr>
          <a:xfrm>
            <a:off x="0" y="66469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737373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86334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80">
          <p15:clr>
            <a:srgbClr val="F26B43"/>
          </p15:clr>
        </p15:guide>
        <p15:guide id="4" pos="55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45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7.jpeg"/><Relationship Id="rId5" Type="http://schemas.openxmlformats.org/officeDocument/2006/relationships/image" Target="../media/image5.png"/><Relationship Id="rId6" Type="http://schemas.openxmlformats.org/officeDocument/2006/relationships/image" Target="../media/image2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F453D-438D-CE88-254B-FFFE55E5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38FF18-A7E8-6995-2462-239D1FD50F52}"/>
              </a:ext>
            </a:extLst>
          </p:cNvPr>
          <p:cNvSpPr txBox="1"/>
          <p:nvPr/>
        </p:nvSpPr>
        <p:spPr>
          <a:xfrm>
            <a:off x="3681807" y="30389"/>
            <a:ext cx="8553623" cy="6775935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vert="eaVert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Picture 8" descr="A person in a suit using a computer&#10;&#10;Description automatically generated">
            <a:extLst>
              <a:ext uri="{FF2B5EF4-FFF2-40B4-BE49-F238E27FC236}">
                <a16:creationId xmlns:a16="http://schemas.microsoft.com/office/drawing/2014/main" id="{229F2D0B-984B-EA26-CED6-B4DF2FD830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685" t="-523" r="32670" b="201"/>
          <a:stretch/>
        </p:blipFill>
        <p:spPr>
          <a:xfrm flipH="1">
            <a:off x="-5" y="-42651"/>
            <a:ext cx="3638379" cy="69006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413E4-0AFA-B7E1-E402-83C4CC96CDF6}"/>
              </a:ext>
            </a:extLst>
          </p:cNvPr>
          <p:cNvSpPr/>
          <p:nvPr/>
        </p:nvSpPr>
        <p:spPr>
          <a:xfrm>
            <a:off x="175128" y="259088"/>
            <a:ext cx="3638379" cy="665158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9000">
                <a:srgbClr val="183D98">
                  <a:alpha val="16000"/>
                </a:srgbClr>
              </a:gs>
              <a:gs pos="72000">
                <a:srgbClr val="061952">
                  <a:alpha val="47000"/>
                </a:srgbClr>
              </a:gs>
              <a:gs pos="100000">
                <a:srgbClr val="061952"/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AAEAFE-920A-B2EB-D205-BCE5C39A1E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8376" y="-1332"/>
            <a:ext cx="8553623" cy="6859332"/>
          </a:xfrm>
          <a:prstGeom prst="rect">
            <a:avLst/>
          </a:prstGeom>
          <a:solidFill>
            <a:srgbClr val="092B9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FB594A9-A001-7E3D-4495-C7F5421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11" y="89277"/>
            <a:ext cx="3335464" cy="858697"/>
          </a:xfrm>
        </p:spPr>
        <p:txBody>
          <a:bodyPr/>
          <a:lstStyle/>
          <a:p>
            <a:r>
              <a:rPr lang="en-US" sz="3600" b="1" dirty="0">
                <a:solidFill>
                  <a:schemeClr val="accent3"/>
                </a:solidFill>
                <a:latin typeface="Arial Nova Light" panose="020B0304020202020204" pitchFamily="34" charset="0"/>
                <a:ea typeface="+mn-ea"/>
                <a:cs typeface="+mn-cs"/>
              </a:rPr>
              <a:t>Title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5F8FF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</a:br>
            <a:r>
              <a:rPr lang="en-US" sz="1400" dirty="0">
                <a:latin typeface="Arial Nova Light" panose="020B0304020202020204" pitchFamily="34" charset="0"/>
                <a:ea typeface="+mn-ea"/>
                <a:cs typeface="+mn-cs"/>
              </a:rPr>
              <a:t>Subtitle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5F8FF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</a:b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5A3DFB-C6B5-C63E-6F8A-34A94E4AB254}"/>
              </a:ext>
            </a:extLst>
          </p:cNvPr>
          <p:cNvSpPr txBox="1"/>
          <p:nvPr/>
        </p:nvSpPr>
        <p:spPr>
          <a:xfrm>
            <a:off x="91094" y="2035453"/>
            <a:ext cx="3170916" cy="658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Blablablablablablablablabla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400" dirty="0">
              <a:solidFill>
                <a:srgbClr val="FFFFFF"/>
              </a:solidFill>
              <a:latin typeface="Arial"/>
            </a:endParaRP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Any important link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CCE151-19AE-2283-96A1-0834D9A80D84}"/>
              </a:ext>
            </a:extLst>
          </p:cNvPr>
          <p:cNvSpPr/>
          <p:nvPr/>
        </p:nvSpPr>
        <p:spPr>
          <a:xfrm>
            <a:off x="261246" y="1655267"/>
            <a:ext cx="728443" cy="10544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18BAB4-5E3C-3EEF-A8B6-ADC74D71DC98}"/>
              </a:ext>
            </a:extLst>
          </p:cNvPr>
          <p:cNvSpPr txBox="1"/>
          <p:nvPr/>
        </p:nvSpPr>
        <p:spPr>
          <a:xfrm>
            <a:off x="3899623" y="47925"/>
            <a:ext cx="8201283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BB5E"/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Summary</a:t>
            </a:r>
          </a:p>
          <a:p>
            <a:pPr>
              <a:defRPr/>
            </a:pP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endParaRPr lang="en-US" sz="1500" dirty="0">
              <a:solidFill>
                <a:srgbClr val="FFFFFF"/>
              </a:solidFill>
              <a:latin typeface="Arial Nova Ligh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500" dirty="0">
              <a:solidFill>
                <a:srgbClr val="FFFFFF"/>
              </a:solidFill>
              <a:latin typeface="Arial Nova Light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157E31B-B84C-DC87-ADD4-FA15DBC096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36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A9B805DA-63B5-C26A-EBE8-83B320ABE7FA}"/>
              </a:ext>
            </a:extLst>
          </p:cNvPr>
          <p:cNvSpPr txBox="1"/>
          <p:nvPr/>
        </p:nvSpPr>
        <p:spPr>
          <a:xfrm>
            <a:off x="0" y="6698602"/>
            <a:ext cx="1185008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672CB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Internal Use - 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A9380C-6957-4E3C-BC3E-170DC87E5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04459"/>
              </p:ext>
            </p:extLst>
          </p:nvPr>
        </p:nvGraphicFramePr>
        <p:xfrm>
          <a:off x="3923285" y="4688804"/>
          <a:ext cx="7918447" cy="213880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{C4B1156A-380E-4F78-BDF5-A606A8083BF9}</a:tableStyleId>
              </a:tblPr>
              <a:tblGrid>
                <a:gridCol w="5976495">
                  <a:extLst>
                    <a:ext uri="{9D8B030D-6E8A-4147-A177-3AD203B41FA5}">
                      <a16:colId xmlns:a16="http://schemas.microsoft.com/office/drawing/2014/main" val="3872975587"/>
                    </a:ext>
                  </a:extLst>
                </a:gridCol>
                <a:gridCol w="1063689">
                  <a:extLst>
                    <a:ext uri="{9D8B030D-6E8A-4147-A177-3AD203B41FA5}">
                      <a16:colId xmlns:a16="http://schemas.microsoft.com/office/drawing/2014/main" val="380459601"/>
                    </a:ext>
                  </a:extLst>
                </a:gridCol>
                <a:gridCol w="878263">
                  <a:extLst>
                    <a:ext uri="{9D8B030D-6E8A-4147-A177-3AD203B41FA5}">
                      <a16:colId xmlns:a16="http://schemas.microsoft.com/office/drawing/2014/main" val="3621029708"/>
                    </a:ext>
                  </a:extLst>
                </a:gridCol>
              </a:tblGrid>
              <a:tr h="330918"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tx2"/>
                          </a:solidFill>
                        </a:rPr>
                        <a:t>Session Topic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2"/>
                          </a:solidFill>
                        </a:rPr>
                        <a:t>Date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noProof="0" dirty="0">
                          <a:solidFill>
                            <a:schemeClr val="tx2"/>
                          </a:solidFill>
                        </a:rPr>
                        <a:t># aud</a:t>
                      </a:r>
                      <a:endParaRPr lang="en-US" sz="1400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104237"/>
                  </a:ext>
                </a:extLst>
              </a:tr>
              <a:tr h="330918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200" b="1" kern="1200" noProof="0" dirty="0">
                          <a:solidFill>
                            <a:schemeClr val="tx2"/>
                          </a:solidFill>
                        </a:rPr>
                        <a:t>Topic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tx2"/>
                          </a:solidFill>
                        </a:rPr>
                        <a:t>00/00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05744"/>
                  </a:ext>
                </a:extLst>
              </a:tr>
              <a:tr h="330918"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tx2"/>
                          </a:solidFill>
                        </a:rPr>
                        <a:t>2. Topic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tx2"/>
                          </a:solidFill>
                        </a:rPr>
                        <a:t>00/00</a:t>
                      </a:r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 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000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99776"/>
                  </a:ext>
                </a:extLst>
              </a:tr>
              <a:tr h="443433">
                <a:tc>
                  <a:txBody>
                    <a:bodyPr/>
                    <a:lstStyle/>
                    <a:p>
                      <a:r>
                        <a:rPr lang="en-US" sz="1200" b="1" kern="1200" noProof="0" dirty="0">
                          <a:solidFill>
                            <a:schemeClr val="tx2"/>
                          </a:solidFill>
                        </a:rPr>
                        <a:t>3. </a:t>
                      </a:r>
                      <a:r>
                        <a:rPr lang="en-US" sz="1200" b="1" kern="1200" dirty="0">
                          <a:solidFill>
                            <a:schemeClr val="tx2"/>
                          </a:solidFill>
                        </a:rPr>
                        <a:t>Topic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tx2"/>
                          </a:solidFill>
                        </a:rPr>
                        <a:t>00/00</a:t>
                      </a:r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000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395701"/>
                  </a:ext>
                </a:extLst>
              </a:tr>
              <a:tr h="371702">
                <a:tc>
                  <a:txBody>
                    <a:bodyPr/>
                    <a:lstStyle/>
                    <a:p>
                      <a:r>
                        <a:rPr lang="en-US" sz="1200" b="1" kern="1200" noProof="0" dirty="0">
                          <a:solidFill>
                            <a:schemeClr val="tx2"/>
                          </a:solidFill>
                        </a:rPr>
                        <a:t>4. </a:t>
                      </a:r>
                      <a:r>
                        <a:rPr lang="en-US" sz="1200" b="1" kern="1200" dirty="0">
                          <a:solidFill>
                            <a:schemeClr val="tx2"/>
                          </a:solidFill>
                        </a:rPr>
                        <a:t>Topic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tx2"/>
                          </a:solidFill>
                        </a:rPr>
                        <a:t>00/00</a:t>
                      </a:r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000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549802"/>
                  </a:ext>
                </a:extLst>
              </a:tr>
              <a:tr h="330918">
                <a:tc>
                  <a:txBody>
                    <a:bodyPr/>
                    <a:lstStyle/>
                    <a:p>
                      <a:pPr marL="0" algn="l" defTabSz="914386" rtl="0" eaLnBrk="1" latinLnBrk="0" hangingPunct="1"/>
                      <a:r>
                        <a:rPr lang="en-US" sz="1200" b="1" kern="1200" dirty="0">
                          <a:solidFill>
                            <a:schemeClr val="tx2"/>
                          </a:solidFill>
                        </a:rPr>
                        <a:t>5. Topic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tx2"/>
                          </a:solidFill>
                        </a:rPr>
                        <a:t>00/00</a:t>
                      </a:r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>
                          <a:solidFill>
                            <a:schemeClr val="tx2"/>
                          </a:solidFill>
                        </a:rPr>
                        <a:t>000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09811"/>
                  </a:ext>
                </a:extLst>
              </a:tr>
            </a:tbl>
          </a:graphicData>
        </a:graphic>
      </p:graphicFrame>
      <p:pic>
        <p:nvPicPr>
          <p:cNvPr id="5" name="Picture 4" descr="Generated image">
            <a:extLst>
              <a:ext uri="{FF2B5EF4-FFF2-40B4-BE49-F238E27FC236}">
                <a16:creationId xmlns:a16="http://schemas.microsoft.com/office/drawing/2014/main" id="{06648964-00E4-2E1D-7505-EB182F93A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441" y="-387003"/>
            <a:ext cx="1534273" cy="153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62230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Prompt summary:</a:t>
            </a:r>
          </a:p>
          <a:p>
            <a:pPr/>
            <a:r>
              <a:t>need 1 slide with a summary of AI Sales Masterclass for a executive presentation</a:t>
            </a:r>
          </a:p>
          <a:p>
            <a:pPr/>
            <a:r>
              <a:t>Auto-generated with fallback engine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Slide –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Objective</a:t>
            </a:r>
          </a:p>
          <a:p>
            <a:pPr/>
            <a:r>
              <a:t>Audience</a:t>
            </a:r>
          </a:p>
          <a:p>
            <a:pPr/>
            <a:r>
              <a:t>Next Step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pPr/>
            <a:r>
              <a:t>Value</a:t>
            </a:r>
          </a:p>
          <a:p>
            <a:pPr/>
            <a:r>
              <a:t>Risks</a:t>
            </a:r>
          </a:p>
          <a:p>
            <a:pPr/>
            <a:r>
              <a:t>CTA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Chart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ll Tech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Redesign_Final  -  Read-Only" id="{C06D947A-FEEA-4F78-B56B-C88BEC689CD2}" vid="{0F200309-FEE7-4483-B31D-CC3CC69156FE}"/>
    </a:ext>
  </a:extLst>
</a:theme>
</file>

<file path=ppt/theme/theme2.xml><?xml version="1.0" encoding="utf-8"?>
<a:theme xmlns:a="http://schemas.openxmlformats.org/drawingml/2006/main" name="3_Dell Tech templat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054BDF36-A97E-4A22-BC11-77DEE69A9A96}" vid="{15AC80A3-E726-423B-9D4F-C2BDB386167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ell New VID">
    <a:dk1>
      <a:srgbClr val="444444"/>
    </a:dk1>
    <a:lt1>
      <a:srgbClr val="0076CE"/>
    </a:lt1>
    <a:dk2>
      <a:srgbClr val="FFFFFF"/>
    </a:dk2>
    <a:lt2>
      <a:srgbClr val="000000"/>
    </a:lt2>
    <a:accent1>
      <a:srgbClr val="00447C"/>
    </a:accent1>
    <a:accent2>
      <a:srgbClr val="6EA204"/>
    </a:accent2>
    <a:accent3>
      <a:srgbClr val="F2AF00"/>
    </a:accent3>
    <a:accent4>
      <a:srgbClr val="EE6411"/>
    </a:accent4>
    <a:accent5>
      <a:srgbClr val="CE1126"/>
    </a:accent5>
    <a:accent6>
      <a:srgbClr val="41B6E6"/>
    </a:accent6>
    <a:hlink>
      <a:srgbClr val="0076CE"/>
    </a:hlink>
    <a:folHlink>
      <a:srgbClr val="6E2585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17F5D6D1FC9F468E572D5EA9561F26" ma:contentTypeVersion="14" ma:contentTypeDescription="Create a new document." ma:contentTypeScope="" ma:versionID="d8249b45d913b89ee642578942284d0c">
  <xsd:schema xmlns:xsd="http://www.w3.org/2001/XMLSchema" xmlns:xs="http://www.w3.org/2001/XMLSchema" xmlns:p="http://schemas.microsoft.com/office/2006/metadata/properties" xmlns:ns2="1e94a6a0-ae4f-42e0-8306-0d6ec958226b" xmlns:ns3="a6d920ce-00fb-46eb-a4a9-2811e7341af4" targetNamespace="http://schemas.microsoft.com/office/2006/metadata/properties" ma:root="true" ma:fieldsID="8219367fcc7c41b424b54f57cabf09fe" ns2:_="" ns3:_="">
    <xsd:import namespace="1e94a6a0-ae4f-42e0-8306-0d6ec958226b"/>
    <xsd:import namespace="a6d920ce-00fb-46eb-a4a9-2811e7341a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94a6a0-ae4f-42e0-8306-0d6ec95822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d920ce-00fb-46eb-a4a9-2811e7341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08C86A-972F-4A20-94FE-6EA31108B46A}">
  <ds:schemaRefs>
    <ds:schemaRef ds:uri="1e94a6a0-ae4f-42e0-8306-0d6ec958226b"/>
    <ds:schemaRef ds:uri="a6d920ce-00fb-46eb-a4a9-2811e7341a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C5B1F54-6312-4421-8A0A-7A27BFFB39D9}">
  <ds:schemaRefs>
    <ds:schemaRef ds:uri="1e94a6a0-ae4f-42e0-8306-0d6ec958226b"/>
    <ds:schemaRef ds:uri="a6d920ce-00fb-46eb-a4a9-2811e7341a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7F07E60-90EF-4376-81BE-4487C7F86D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Nova Light</vt:lpstr>
      <vt:lpstr>Calibri</vt:lpstr>
      <vt:lpstr>Wingdings</vt:lpstr>
      <vt:lpstr>Dell Tech template</vt:lpstr>
      <vt:lpstr>3_Dell Tech template</vt:lpstr>
      <vt:lpstr>think-cell Slide</vt:lpstr>
      <vt:lpstr>Title  Subtitle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Employee Experience DEX Intro Training</dc:title>
  <dc:subject>Dell Technologies Services</dc:subject>
  <dc:creator>Roberts, Matthew</dc:creator>
  <cp:keywords>Modern Workforce;DEX</cp:keywords>
  <cp:lastModifiedBy>Andrade, LuizGustavo</cp:lastModifiedBy>
  <cp:revision>3</cp:revision>
  <dcterms:created xsi:type="dcterms:W3CDTF">2022-08-16T06:51:52Z</dcterms:created>
  <dcterms:modified xsi:type="dcterms:W3CDTF">2025-09-05T16:47:28Z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0x0101004117F5D6D1FC9F468E572D5EA9561F26</vt:lpwstr>
  </property>
  <property fmtid="{D5CDD505-2E9C-101B-9397-08002B2CF9AE}" pid="3" name="MSIP_Label_73dd1fcc-24d7-4f55-9dc2-c1518f171327_Enabled">
    <vt:lpwstr>true</vt:lpwstr>
  </property>
  <property fmtid="{D5CDD505-2E9C-101B-9397-08002B2CF9AE}" pid="4" name="MSIP_Label_73dd1fcc-24d7-4f55-9dc2-c1518f171327_SetDate">
    <vt:lpwstr>2023-09-29T21:01:14Z</vt:lpwstr>
  </property>
  <property fmtid="{D5CDD505-2E9C-101B-9397-08002B2CF9AE}" pid="5" name="MSIP_Label_73dd1fcc-24d7-4f55-9dc2-c1518f171327_Method">
    <vt:lpwstr>Privileged</vt:lpwstr>
  </property>
  <property fmtid="{D5CDD505-2E9C-101B-9397-08002B2CF9AE}" pid="6" name="MSIP_Label_73dd1fcc-24d7-4f55-9dc2-c1518f171327_Name">
    <vt:lpwstr>No Protection (Label Only) - Internal Use</vt:lpwstr>
  </property>
  <property fmtid="{D5CDD505-2E9C-101B-9397-08002B2CF9AE}" pid="7" name="MSIP_Label_73dd1fcc-24d7-4f55-9dc2-c1518f171327_SiteId">
    <vt:lpwstr>945c199a-83a2-4e80-9f8c-5a91be5752dd</vt:lpwstr>
  </property>
  <property fmtid="{D5CDD505-2E9C-101B-9397-08002B2CF9AE}" pid="8" name="MSIP_Label_73dd1fcc-24d7-4f55-9dc2-c1518f171327_ActionId">
    <vt:lpwstr>0b29fda6-5c92-4426-8758-33ab01249f54</vt:lpwstr>
  </property>
  <property fmtid="{D5CDD505-2E9C-101B-9397-08002B2CF9AE}" pid="9" name="MSIP_Label_73dd1fcc-24d7-4f55-9dc2-c1518f171327_ContentBits">
    <vt:lpwstr>2</vt:lpwstr>
  </property>
</Properties>
</file>