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Override1.xml" ContentType="application/vnd.openxmlformats-officedocument.themeOverrid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8" r:id="rId4"/>
    <p:sldMasterId id="2147483934" r:id="rId5"/>
  </p:sldMasterIdLst>
  <p:notesMasterIdLst>
    <p:notesMasterId r:id="rId7"/>
  </p:notesMasterIdLst>
  <p:sldIdLst>
    <p:sldId id="214748362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896BA3F-88C0-4C07-9522-AB8545B1B294}">
          <p14:sldIdLst>
            <p14:sldId id="214748362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9B2691A-26F1-2AA1-DD78-382899FB295C}" name="Andrade, LuizGustavo" initials="AL" userId="S::luiz_gustavo_andrade@dell.com::b80204a5-65bc-4351-a8eb-878fad981ff9" providerId="AD"/>
  <p188:author id="{B66CDB37-0334-6D91-DA02-B5DA677810E2}" name="Shekhar, Anita" initials="AS" userId="S::Anita_Shekhar@Dell.com::0b0525e3-338e-4174-8be1-bb1bb167b49c" providerId="AD"/>
  <p188:author id="{D67F375B-5338-6374-866C-43A4B68DB33B}" name="Cadinelli, Cristina" initials="CC" userId="S::cristina_cadinelli@dell.com::488582c3-e949-4d7d-bbce-96626143cb7b" providerId="AD"/>
  <p188:author id="{E050C9C4-9EDE-F6C9-60C2-68173D620B60}" name="Andrade, LuizGustavo" initials="LA" userId="S::Luiz_gustavo_Andrade@Dell.com::b80204a5-65bc-4351-a8eb-878fad981ff9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chwalm, Jamie" initials="SJ" lastIdx="41" clrIdx="0">
    <p:extLst>
      <p:ext uri="{19B8F6BF-5375-455C-9EA6-DF929625EA0E}">
        <p15:presenceInfo xmlns:p15="http://schemas.microsoft.com/office/powerpoint/2012/main" userId="S::jamie.schwalm@dell.com::4962315c-5a95-40d8-9104-a5aa5e38296d" providerId="AD"/>
      </p:ext>
    </p:extLst>
  </p:cmAuthor>
  <p:cmAuthor id="2" name="Carlson, Dave" initials="CD" lastIdx="5" clrIdx="1">
    <p:extLst>
      <p:ext uri="{19B8F6BF-5375-455C-9EA6-DF929625EA0E}">
        <p15:presenceInfo xmlns:p15="http://schemas.microsoft.com/office/powerpoint/2012/main" userId="S::dave.carlson@dell.com::dde24d79-3d11-47ef-a2bf-02ef6edcb6fd" providerId="AD"/>
      </p:ext>
    </p:extLst>
  </p:cmAuthor>
  <p:cmAuthor id="3" name="Roberts, Matthew" initials="RM" lastIdx="4" clrIdx="2">
    <p:extLst>
      <p:ext uri="{19B8F6BF-5375-455C-9EA6-DF929625EA0E}">
        <p15:presenceInfo xmlns:p15="http://schemas.microsoft.com/office/powerpoint/2012/main" userId="S::Matthew.Roberts@emc.com::648a8a5e-a1a7-4fcd-bbff-9da6a6631ace" providerId="AD"/>
      </p:ext>
    </p:extLst>
  </p:cmAuthor>
  <p:cmAuthor id="4" name="Farage, Adam" initials="FA" lastIdx="2" clrIdx="3">
    <p:extLst>
      <p:ext uri="{19B8F6BF-5375-455C-9EA6-DF929625EA0E}">
        <p15:presenceInfo xmlns:p15="http://schemas.microsoft.com/office/powerpoint/2012/main" userId="S::adam.farage@dell.com::873ec2cd-4032-4029-bc37-32e16aed1e87" providerId="AD"/>
      </p:ext>
    </p:extLst>
  </p:cmAuthor>
  <p:cmAuthor id="5" name="Roberts, Matthew" initials="RM [2]" lastIdx="6" clrIdx="4">
    <p:extLst>
      <p:ext uri="{19B8F6BF-5375-455C-9EA6-DF929625EA0E}">
        <p15:presenceInfo xmlns:p15="http://schemas.microsoft.com/office/powerpoint/2012/main" userId="S::matthew.roberts@dell.com::648a8a5e-a1a7-4fcd-bbff-9da6a6631ace" providerId="AD"/>
      </p:ext>
    </p:extLst>
  </p:cmAuthor>
  <p:cmAuthor id="6" name="Cameron, Erin" initials="CE" lastIdx="1" clrIdx="5">
    <p:extLst>
      <p:ext uri="{19B8F6BF-5375-455C-9EA6-DF929625EA0E}">
        <p15:presenceInfo xmlns:p15="http://schemas.microsoft.com/office/powerpoint/2012/main" userId="S::Erin_Cameron@dell.com::b277a85c-5ca9-4ea9-bf40-74ca318bca1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2155"/>
    <a:srgbClr val="0672CB"/>
    <a:srgbClr val="FF8989"/>
    <a:srgbClr val="0D1722"/>
    <a:srgbClr val="9DAB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14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952ED9-7AF8-A141-BB37-996EBDDD2C55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39CEEF-AEFD-C149-8AED-35E4D5D4EF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652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7F39C-74C0-E762-139A-8CCBE2C7F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F47025-63E2-F9B5-F733-A06C73A3DD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E7E225-B2F2-1DB4-B331-3DD2472C0C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2257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A49A41B-9CF1-4CD6-B1E3-F736C63833B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0"/>
            <a:ext cx="2743200" cy="356618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A67014B0-AEAB-4CC8-BCED-661FF1CA2731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381000" y="4204926"/>
            <a:ext cx="7971108" cy="7239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5D8143-A159-4278-916B-DB3850ADE7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3429001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F5323D-6831-4D66-AAB2-4C1920E0647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1738314"/>
            <a:ext cx="7969282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703259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A49A41B-9CF1-4CD6-B1E3-F736C63833B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0"/>
            <a:ext cx="2743200" cy="356618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A67014B0-AEAB-4CC8-BCED-661FF1CA2731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381000" y="4204926"/>
            <a:ext cx="7971108" cy="7239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5D8143-A159-4278-916B-DB3850ADE7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3429001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7F5323D-6831-4D66-AAB2-4C1920E06475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1738314"/>
            <a:ext cx="7969282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5F8FF"/>
                </a:solidFill>
                <a:effectLst>
                  <a:glow rad="127000">
                    <a:srgbClr val="0D32A4"/>
                  </a:glow>
                </a:effectLst>
                <a:latin typeface="Arial Nova Light" panose="020B0304020202020204" pitchFamily="34" charset="0"/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100453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D95DA-6F2D-4DB9-A4B6-50D3D1C65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759" y="5090336"/>
            <a:ext cx="9715500" cy="747896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lnSpc>
                <a:spcPct val="90000"/>
              </a:lnSpc>
              <a:defRPr sz="540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487A85-65B5-4371-833A-AD6EFF69F5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E00A8F-8F29-4705-8469-E9075A8C1B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43900" y="914400"/>
            <a:ext cx="3467100" cy="25146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chemeClr val="bg1"/>
              </a:buClr>
              <a:defRPr sz="2000">
                <a:solidFill>
                  <a:schemeClr val="tx2"/>
                </a:solidFill>
              </a:defRPr>
            </a:lvl1pPr>
            <a:lvl2pPr marL="741371" indent="-284166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Arial" panose="020B0604020202020204" pitchFamily="34" charset="0"/>
              <a:buChar char="–"/>
              <a:defRPr sz="1800">
                <a:solidFill>
                  <a:schemeClr val="tx2"/>
                </a:solidFill>
              </a:defRPr>
            </a:lvl2pPr>
            <a:lvl3pPr marL="1142982" indent="-228597">
              <a:lnSpc>
                <a:spcPct val="100000"/>
              </a:lnSpc>
              <a:spcBef>
                <a:spcPts val="600"/>
              </a:spcBef>
              <a:buClr>
                <a:schemeClr val="bg1"/>
              </a:buClr>
              <a:buFont typeface="Wingdings" panose="05000000000000000000" pitchFamily="2" charset="2"/>
              <a:buChar char="§"/>
              <a:defRPr sz="1600">
                <a:solidFill>
                  <a:schemeClr val="tx2"/>
                </a:solidFill>
              </a:defRPr>
            </a:lvl3pPr>
            <a:lvl4pPr>
              <a:defRPr sz="1600">
                <a:solidFill>
                  <a:schemeClr val="tx2"/>
                </a:solidFill>
              </a:defRPr>
            </a:lvl4pPr>
            <a:lvl5pPr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93629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4343402"/>
            <a:ext cx="8027894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B0BFDB-C4BC-4E6F-8090-A00E82B41E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F30D4F-5FE4-4AA6-812B-A00AFC98112E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1066800" y="349478"/>
            <a:ext cx="7315201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94" indent="0">
              <a:buNone/>
              <a:defRPr/>
            </a:lvl2pPr>
            <a:lvl3pPr marL="914386" indent="0">
              <a:buNone/>
              <a:defRPr/>
            </a:lvl3pPr>
            <a:lvl4pPr marL="1371579" indent="0">
              <a:buNone/>
              <a:defRPr/>
            </a:lvl4pPr>
            <a:lvl5pPr marL="182877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659093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7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blue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3595505"/>
            <a:ext cx="4457700" cy="2243691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B0BFDB-C4BC-4E6F-8090-A00E82B41E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F30D4F-5FE4-4AA6-812B-A00AFC98112E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1066800" y="349478"/>
            <a:ext cx="3771901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94" indent="0">
              <a:buNone/>
              <a:defRPr/>
            </a:lvl2pPr>
            <a:lvl3pPr marL="914386" indent="0">
              <a:buNone/>
              <a:defRPr/>
            </a:lvl3pPr>
            <a:lvl4pPr marL="1371579" indent="0">
              <a:buNone/>
              <a:defRPr/>
            </a:lvl4pPr>
            <a:lvl5pPr marL="182877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148088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7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ar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801185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E5F8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0" y="400052"/>
            <a:ext cx="8343900" cy="58293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83" indent="-152398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76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70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1" y="2514601"/>
            <a:ext cx="2286000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rgbClr val="80C7FB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259437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ar blue w ph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801185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E5F8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80C7FB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1" y="2514601"/>
            <a:ext cx="2286000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rgbClr val="80C7FB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8FAF2F2-81F0-496C-EB9C-AD35CB49960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09900" y="0"/>
            <a:ext cx="9182100" cy="685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4315882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r blu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2370DD2-DBFE-499C-8B5D-257216661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483" y="800101"/>
            <a:ext cx="3999017" cy="8863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25C9EF-E3D6-4E9D-83B4-E16E0BAD9154}"/>
              </a:ext>
            </a:extLst>
          </p:cNvPr>
          <p:cNvSpPr>
            <a:spLocks noGrp="1" noChangeAspect="1"/>
          </p:cNvSpPr>
          <p:nvPr>
            <p:ph sz="quarter" idx="11"/>
          </p:nvPr>
        </p:nvSpPr>
        <p:spPr>
          <a:xfrm>
            <a:off x="4438651" y="2228852"/>
            <a:ext cx="3314700" cy="3314700"/>
          </a:xfrm>
          <a:prstGeom prst="rect">
            <a:avLst/>
          </a:prstGeom>
          <a:solidFill>
            <a:srgbClr val="E5F8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CC9ADC35-0177-4D0A-A2B4-6BE8CB97A65E}"/>
              </a:ext>
            </a:extLst>
          </p:cNvPr>
          <p:cNvSpPr>
            <a:spLocks noGrp="1" noChangeAspect="1"/>
          </p:cNvSpPr>
          <p:nvPr>
            <p:ph sz="quarter" idx="12"/>
          </p:nvPr>
        </p:nvSpPr>
        <p:spPr>
          <a:xfrm>
            <a:off x="552450" y="2228852"/>
            <a:ext cx="3314700" cy="3314700"/>
          </a:xfrm>
          <a:prstGeom prst="rect">
            <a:avLst/>
          </a:prstGeom>
          <a:solidFill>
            <a:srgbClr val="E5F8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1">
            <a:extLst>
              <a:ext uri="{FF2B5EF4-FFF2-40B4-BE49-F238E27FC236}">
                <a16:creationId xmlns:a16="http://schemas.microsoft.com/office/drawing/2014/main" id="{887CCC8C-1CBB-4FA5-AC41-F8CE31E2C100}"/>
              </a:ext>
            </a:extLst>
          </p:cNvPr>
          <p:cNvSpPr>
            <a:spLocks noGrp="1" noChangeAspect="1"/>
          </p:cNvSpPr>
          <p:nvPr>
            <p:ph sz="quarter" idx="13"/>
          </p:nvPr>
        </p:nvSpPr>
        <p:spPr>
          <a:xfrm>
            <a:off x="8324850" y="2228852"/>
            <a:ext cx="3314700" cy="3314700"/>
          </a:xfrm>
          <a:prstGeom prst="rect">
            <a:avLst/>
          </a:prstGeom>
          <a:solidFill>
            <a:srgbClr val="E5F8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E98A6F-4362-4A68-979C-B344868D9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15140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box view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2370DD2-DBFE-499C-8B5D-257216661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483" y="800101"/>
            <a:ext cx="3999017" cy="8863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25C9EF-E3D6-4E9D-83B4-E16E0BAD9154}"/>
              </a:ext>
            </a:extLst>
          </p:cNvPr>
          <p:cNvSpPr>
            <a:spLocks noGrp="1" noChangeAspect="1"/>
          </p:cNvSpPr>
          <p:nvPr>
            <p:ph sz="quarter" idx="11"/>
          </p:nvPr>
        </p:nvSpPr>
        <p:spPr>
          <a:xfrm>
            <a:off x="2667000" y="2705099"/>
            <a:ext cx="2209800" cy="2019300"/>
          </a:xfrm>
          <a:prstGeom prst="rect">
            <a:avLst/>
          </a:prstGeom>
          <a:solidFill>
            <a:srgbClr val="E5F8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CC9ADC35-0177-4D0A-A2B4-6BE8CB97A65E}"/>
              </a:ext>
            </a:extLst>
          </p:cNvPr>
          <p:cNvSpPr>
            <a:spLocks noGrp="1" noChangeAspect="1"/>
          </p:cNvSpPr>
          <p:nvPr>
            <p:ph sz="quarter" idx="12"/>
          </p:nvPr>
        </p:nvSpPr>
        <p:spPr>
          <a:xfrm>
            <a:off x="304800" y="2705099"/>
            <a:ext cx="2209800" cy="2019300"/>
          </a:xfrm>
          <a:prstGeom prst="rect">
            <a:avLst/>
          </a:prstGeom>
          <a:solidFill>
            <a:srgbClr val="E5F8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1">
            <a:extLst>
              <a:ext uri="{FF2B5EF4-FFF2-40B4-BE49-F238E27FC236}">
                <a16:creationId xmlns:a16="http://schemas.microsoft.com/office/drawing/2014/main" id="{887CCC8C-1CBB-4FA5-AC41-F8CE31E2C100}"/>
              </a:ext>
            </a:extLst>
          </p:cNvPr>
          <p:cNvSpPr>
            <a:spLocks noGrp="1" noChangeAspect="1"/>
          </p:cNvSpPr>
          <p:nvPr>
            <p:ph sz="quarter" idx="13"/>
          </p:nvPr>
        </p:nvSpPr>
        <p:spPr>
          <a:xfrm>
            <a:off x="5029200" y="2705099"/>
            <a:ext cx="2209800" cy="2019300"/>
          </a:xfrm>
          <a:prstGeom prst="rect">
            <a:avLst/>
          </a:prstGeom>
          <a:solidFill>
            <a:srgbClr val="E5F8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E98A6F-4362-4A68-979C-B344868D9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4" name="Content Placeholder 11">
            <a:extLst>
              <a:ext uri="{FF2B5EF4-FFF2-40B4-BE49-F238E27FC236}">
                <a16:creationId xmlns:a16="http://schemas.microsoft.com/office/drawing/2014/main" id="{6504DC64-4F0C-AB63-8D8F-CA56121B8EB2}"/>
              </a:ext>
            </a:extLst>
          </p:cNvPr>
          <p:cNvSpPr>
            <a:spLocks noGrp="1" noChangeAspect="1"/>
          </p:cNvSpPr>
          <p:nvPr>
            <p:ph sz="quarter" idx="14"/>
          </p:nvPr>
        </p:nvSpPr>
        <p:spPr>
          <a:xfrm>
            <a:off x="7391400" y="2705099"/>
            <a:ext cx="2209800" cy="2019300"/>
          </a:xfrm>
          <a:prstGeom prst="rect">
            <a:avLst/>
          </a:prstGeom>
          <a:solidFill>
            <a:srgbClr val="E5F8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11">
            <a:extLst>
              <a:ext uri="{FF2B5EF4-FFF2-40B4-BE49-F238E27FC236}">
                <a16:creationId xmlns:a16="http://schemas.microsoft.com/office/drawing/2014/main" id="{73BD5F08-41BB-554E-368A-FCF470CFAEBD}"/>
              </a:ext>
            </a:extLst>
          </p:cNvPr>
          <p:cNvSpPr>
            <a:spLocks noGrp="1" noChangeAspect="1"/>
          </p:cNvSpPr>
          <p:nvPr>
            <p:ph sz="quarter" idx="15"/>
          </p:nvPr>
        </p:nvSpPr>
        <p:spPr>
          <a:xfrm>
            <a:off x="9753600" y="2705099"/>
            <a:ext cx="2209800" cy="2019300"/>
          </a:xfrm>
          <a:prstGeom prst="rect">
            <a:avLst/>
          </a:prstGeom>
          <a:solidFill>
            <a:srgbClr val="E5F8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6894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D95DA-6F2D-4DB9-A4B6-50D3D1C65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556" y="3438305"/>
            <a:ext cx="9201150" cy="2676747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90000"/>
              </a:lnSpc>
              <a:defRPr sz="5400">
                <a:solidFill>
                  <a:srgbClr val="E5F8FF"/>
                </a:solidFill>
                <a:latin typeface="Arial Nova Light" panose="020B03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487A85-65B5-4371-833A-AD6EFF69F5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6CBAE8D-A442-4706-952E-6CCFA561B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98556" y="2914652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8557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r w/pattern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800100"/>
            <a:ext cx="4800600" cy="8863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lang="en-US" sz="320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61E767C-1F50-4D42-AF6A-E15CED75F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33610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r w/photo half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EADD02D-4E86-18B9-EC0D-5EFAF43C6BBB}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0D32A4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6F27EC7-A1F5-878A-4E9C-42D9EE7F3BF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3429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033FDC-55EF-42E8-40A1-2BDB05C18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3829052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569" y="4229100"/>
            <a:ext cx="4800600" cy="8863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lang="en-US" sz="320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22707C3E-AA17-F74E-2CC0-F61663C5E36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1" y="3829050"/>
            <a:ext cx="5715000" cy="23431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0">
                <a:solidFill>
                  <a:schemeClr val="tx2"/>
                </a:solidFill>
              </a:defRPr>
            </a:lvl1pPr>
            <a:lvl2pPr marL="228597" indent="-228597">
              <a:lnSpc>
                <a:spcPct val="100000"/>
              </a:lnSpc>
              <a:spcBef>
                <a:spcPts val="1200"/>
              </a:spcBef>
              <a:buClr>
                <a:srgbClr val="80C7FB"/>
              </a:buClr>
              <a:buFont typeface="Arial" panose="020B0604020202020204" pitchFamily="34" charset="0"/>
              <a:buChar char="•"/>
              <a:defRPr sz="1600" b="0">
                <a:solidFill>
                  <a:schemeClr val="tx2"/>
                </a:solidFill>
              </a:defRPr>
            </a:lvl2pPr>
            <a:lvl3pPr marL="685790" indent="-228597">
              <a:lnSpc>
                <a:spcPct val="100000"/>
              </a:lnSpc>
              <a:spcBef>
                <a:spcPts val="600"/>
              </a:spcBef>
              <a:buClr>
                <a:srgbClr val="80C7FB"/>
              </a:buClr>
              <a:buFont typeface="Arial" panose="020B0604020202020204" pitchFamily="34" charset="0"/>
              <a:buChar char="–"/>
              <a:defRPr sz="1200" b="0">
                <a:solidFill>
                  <a:schemeClr val="tx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7EC10F5B-4C21-AEA3-115E-942A040690DC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5600701"/>
            <a:ext cx="4800600" cy="5715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800">
                <a:solidFill>
                  <a:srgbClr val="80C7FB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725518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gre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43402"/>
            <a:ext cx="8001000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4FFD6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8AEE0513-2CC5-4407-B582-332F61D61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35CD5C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08" name="Text Placeholder 2">
            <a:extLst>
              <a:ext uri="{FF2B5EF4-FFF2-40B4-BE49-F238E27FC236}">
                <a16:creationId xmlns:a16="http://schemas.microsoft.com/office/drawing/2014/main" id="{581EB6DF-C2AD-463C-A014-FD1AA6D95B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800" y="349478"/>
            <a:ext cx="7315201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94" indent="0">
              <a:buNone/>
              <a:defRPr/>
            </a:lvl2pPr>
            <a:lvl3pPr marL="914386" indent="0">
              <a:buNone/>
              <a:defRPr/>
            </a:lvl3pPr>
            <a:lvl4pPr marL="1371579" indent="0">
              <a:buNone/>
              <a:defRPr/>
            </a:lvl4pPr>
            <a:lvl5pPr marL="182877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806733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green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  <a:effectLst/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43402"/>
            <a:ext cx="5715000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E4FFD6"/>
                </a:solidFill>
                <a:effectLst>
                  <a:glow rad="127000">
                    <a:srgbClr val="247554"/>
                  </a:glow>
                </a:effectLst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8AEE0513-2CC5-4407-B582-332F61D61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37CC5C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08" name="Text Placeholder 2">
            <a:extLst>
              <a:ext uri="{FF2B5EF4-FFF2-40B4-BE49-F238E27FC236}">
                <a16:creationId xmlns:a16="http://schemas.microsoft.com/office/drawing/2014/main" id="{581EB6DF-C2AD-463C-A014-FD1AA6D95B2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800" y="349478"/>
            <a:ext cx="7315201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94" indent="0">
              <a:buNone/>
              <a:defRPr/>
            </a:lvl2pPr>
            <a:lvl3pPr marL="914386" indent="0">
              <a:buNone/>
              <a:defRPr/>
            </a:lvl3pPr>
            <a:lvl4pPr marL="1371579" indent="0">
              <a:buNone/>
              <a:defRPr/>
            </a:lvl4pPr>
            <a:lvl5pPr marL="182877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036109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ar gre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800101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E4FFD6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0" y="400052"/>
            <a:ext cx="8382000" cy="58293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83" indent="-152398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76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70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9FFF99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1" y="2514601"/>
            <a:ext cx="2286000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rgbClr val="9FFF99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45516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ar green w/ph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800101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E4FFD6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9FFF99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1" y="2514601"/>
            <a:ext cx="2286000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rgbClr val="9FFF99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FF4B414-00F5-1172-09E9-197EF6C8CF8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09900" y="0"/>
            <a:ext cx="9182100" cy="685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63384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r gree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17DF1CB-5F39-48E0-B2DB-764E018FDB2D}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244739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2" y="800101"/>
            <a:ext cx="4000500" cy="8863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25C9EF-E3D6-4E9D-83B4-E16E0BAD9154}"/>
              </a:ext>
            </a:extLst>
          </p:cNvPr>
          <p:cNvSpPr>
            <a:spLocks noGrp="1" noChangeAspect="1"/>
          </p:cNvSpPr>
          <p:nvPr>
            <p:ph sz="quarter" idx="11"/>
          </p:nvPr>
        </p:nvSpPr>
        <p:spPr>
          <a:xfrm>
            <a:off x="4438651" y="2228852"/>
            <a:ext cx="3314700" cy="3314700"/>
          </a:xfrm>
          <a:prstGeom prst="rect">
            <a:avLst/>
          </a:prstGeom>
          <a:solidFill>
            <a:srgbClr val="E4FFD6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CC9ADC35-0177-4D0A-A2B4-6BE8CB97A65E}"/>
              </a:ext>
            </a:extLst>
          </p:cNvPr>
          <p:cNvSpPr>
            <a:spLocks noGrp="1" noChangeAspect="1"/>
          </p:cNvSpPr>
          <p:nvPr>
            <p:ph sz="quarter" idx="12"/>
          </p:nvPr>
        </p:nvSpPr>
        <p:spPr>
          <a:xfrm>
            <a:off x="552450" y="2228852"/>
            <a:ext cx="3314700" cy="3314700"/>
          </a:xfrm>
          <a:prstGeom prst="rect">
            <a:avLst/>
          </a:prstGeom>
          <a:solidFill>
            <a:srgbClr val="E4FFD6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1">
            <a:extLst>
              <a:ext uri="{FF2B5EF4-FFF2-40B4-BE49-F238E27FC236}">
                <a16:creationId xmlns:a16="http://schemas.microsoft.com/office/drawing/2014/main" id="{887CCC8C-1CBB-4FA5-AC41-F8CE31E2C100}"/>
              </a:ext>
            </a:extLst>
          </p:cNvPr>
          <p:cNvSpPr>
            <a:spLocks noGrp="1" noChangeAspect="1"/>
          </p:cNvSpPr>
          <p:nvPr>
            <p:ph sz="quarter" idx="13"/>
          </p:nvPr>
        </p:nvSpPr>
        <p:spPr>
          <a:xfrm>
            <a:off x="8324850" y="2228852"/>
            <a:ext cx="3314700" cy="3314700"/>
          </a:xfrm>
          <a:prstGeom prst="rect">
            <a:avLst/>
          </a:prstGeom>
          <a:solidFill>
            <a:srgbClr val="E4FFD6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70C93A-C784-4B2F-A8F0-B35D5DE9A5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35CD5C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92679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gree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D95DA-6F2D-4DB9-A4B6-50D3D1C65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662" y="3438305"/>
            <a:ext cx="9201150" cy="2676747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90000"/>
              </a:lnSpc>
              <a:defRPr sz="5400">
                <a:solidFill>
                  <a:srgbClr val="9FFF9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487A85-65B5-4371-833A-AD6EFF69F5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6CBAE8D-A442-4706-952E-6CCFA561B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2914652"/>
            <a:ext cx="457200" cy="114300"/>
          </a:xfrm>
          <a:prstGeom prst="rect">
            <a:avLst/>
          </a:prstGeom>
          <a:solidFill>
            <a:srgbClr val="9FFF99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200">
              <a:solidFill>
                <a:srgbClr val="9FFF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51596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r w/photo half green">
    <p:bg>
      <p:bgPr>
        <a:solidFill>
          <a:srgbClr val="2447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EADD02D-4E86-18B9-EC0D-5EFAF43C6BBB}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247554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6F27EC7-A1F5-878A-4E9C-42D9EE7F3BF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3429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033FDC-55EF-42E8-40A1-2BDB05C18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3829052"/>
            <a:ext cx="457200" cy="114300"/>
          </a:xfrm>
          <a:prstGeom prst="rect">
            <a:avLst/>
          </a:prstGeom>
          <a:solidFill>
            <a:srgbClr val="9FFF99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569" y="4229100"/>
            <a:ext cx="4800600" cy="8863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lang="en-US" sz="320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7BBD618F-8A85-084C-32A4-1A29A50E8E9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1" y="3829050"/>
            <a:ext cx="5715000" cy="23431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0">
                <a:solidFill>
                  <a:schemeClr val="tx2"/>
                </a:solidFill>
              </a:defRPr>
            </a:lvl1pPr>
            <a:lvl2pPr marL="228597" indent="-228597">
              <a:lnSpc>
                <a:spcPct val="100000"/>
              </a:lnSpc>
              <a:spcBef>
                <a:spcPts val="1200"/>
              </a:spcBef>
              <a:buClr>
                <a:srgbClr val="9FFF99"/>
              </a:buClr>
              <a:buFont typeface="Arial" panose="020B0604020202020204" pitchFamily="34" charset="0"/>
              <a:buChar char="•"/>
              <a:defRPr sz="1600" b="0">
                <a:solidFill>
                  <a:schemeClr val="tx2"/>
                </a:solidFill>
              </a:defRPr>
            </a:lvl2pPr>
            <a:lvl3pPr marL="685790" indent="-228597">
              <a:lnSpc>
                <a:spcPct val="100000"/>
              </a:lnSpc>
              <a:spcBef>
                <a:spcPts val="600"/>
              </a:spcBef>
              <a:buClr>
                <a:srgbClr val="9FFF99"/>
              </a:buClr>
              <a:buFont typeface="Arial" panose="020B0604020202020204" pitchFamily="34" charset="0"/>
              <a:buChar char="–"/>
              <a:defRPr sz="1200" b="0">
                <a:solidFill>
                  <a:schemeClr val="tx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FDA5B365-007E-1E32-CA95-9AA4910AA44A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5600701"/>
            <a:ext cx="4800600" cy="5715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800">
                <a:solidFill>
                  <a:srgbClr val="9FFF99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937493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re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43402"/>
            <a:ext cx="8001000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FBEECE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A0DF9CD8-713A-4D3D-ABB1-066FD97F8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B30B37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35" name="Text Placeholder 2">
            <a:extLst>
              <a:ext uri="{FF2B5EF4-FFF2-40B4-BE49-F238E27FC236}">
                <a16:creationId xmlns:a16="http://schemas.microsoft.com/office/drawing/2014/main" id="{A9B0FFD7-BFAD-41E7-9D7B-61B869FFD9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800" y="349478"/>
            <a:ext cx="7315201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94" indent="0">
              <a:buNone/>
              <a:defRPr/>
            </a:lvl2pPr>
            <a:lvl3pPr marL="914386" indent="0">
              <a:buNone/>
              <a:defRPr/>
            </a:lvl3pPr>
            <a:lvl4pPr marL="1371579" indent="0">
              <a:buNone/>
              <a:defRPr/>
            </a:lvl4pPr>
            <a:lvl5pPr marL="182877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00081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red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  <a:effectLst/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43402"/>
            <a:ext cx="5715000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FBEECE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A0DF9CD8-713A-4D3D-ABB1-066FD97F8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35" name="Text Placeholder 2">
            <a:extLst>
              <a:ext uri="{FF2B5EF4-FFF2-40B4-BE49-F238E27FC236}">
                <a16:creationId xmlns:a16="http://schemas.microsoft.com/office/drawing/2014/main" id="{A9B0FFD7-BFAD-41E7-9D7B-61B869FFD9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800" y="349478"/>
            <a:ext cx="7315201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94" indent="0">
              <a:buNone/>
              <a:defRPr/>
            </a:lvl2pPr>
            <a:lvl3pPr marL="914386" indent="0">
              <a:buNone/>
              <a:defRPr/>
            </a:lvl3pPr>
            <a:lvl4pPr marL="1371579" indent="0">
              <a:buNone/>
              <a:defRPr/>
            </a:lvl4pPr>
            <a:lvl5pPr marL="182877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151783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ar re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9936" y="800101"/>
            <a:ext cx="2267064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FBEECE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0" y="400052"/>
            <a:ext cx="8382000" cy="58293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83" indent="-152398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76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70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15452"/>
            <a:ext cx="457200" cy="11430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2514601"/>
            <a:ext cx="2281326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chemeClr val="accent3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0322959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ar red w/ph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9936" y="800101"/>
            <a:ext cx="2267064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FBEECE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15452"/>
            <a:ext cx="457200" cy="11430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2514601"/>
            <a:ext cx="2281326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chemeClr val="accent3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DAF0261D-3168-603A-763E-1A036640EFF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09900" y="0"/>
            <a:ext cx="9182100" cy="685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5679411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r red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F5CDF81-BCDC-4155-A36E-2E848EF6612B}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691D3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2484" y="800101"/>
            <a:ext cx="4056167" cy="8863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25C9EF-E3D6-4E9D-83B4-E16E0BAD9154}"/>
              </a:ext>
            </a:extLst>
          </p:cNvPr>
          <p:cNvSpPr>
            <a:spLocks noGrp="1" noChangeAspect="1"/>
          </p:cNvSpPr>
          <p:nvPr>
            <p:ph sz="quarter" idx="11"/>
          </p:nvPr>
        </p:nvSpPr>
        <p:spPr>
          <a:xfrm>
            <a:off x="4438651" y="2228852"/>
            <a:ext cx="3314700" cy="3314700"/>
          </a:xfrm>
          <a:prstGeom prst="rect">
            <a:avLst/>
          </a:prstGeom>
          <a:solidFill>
            <a:srgbClr val="FBEECE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CC9ADC35-0177-4D0A-A2B4-6BE8CB97A65E}"/>
              </a:ext>
            </a:extLst>
          </p:cNvPr>
          <p:cNvSpPr>
            <a:spLocks noGrp="1" noChangeAspect="1"/>
          </p:cNvSpPr>
          <p:nvPr>
            <p:ph sz="quarter" idx="12"/>
          </p:nvPr>
        </p:nvSpPr>
        <p:spPr>
          <a:xfrm>
            <a:off x="552450" y="2228852"/>
            <a:ext cx="3314700" cy="3314700"/>
          </a:xfrm>
          <a:prstGeom prst="rect">
            <a:avLst/>
          </a:prstGeom>
          <a:solidFill>
            <a:srgbClr val="FBEECE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1">
            <a:extLst>
              <a:ext uri="{FF2B5EF4-FFF2-40B4-BE49-F238E27FC236}">
                <a16:creationId xmlns:a16="http://schemas.microsoft.com/office/drawing/2014/main" id="{887CCC8C-1CBB-4FA5-AC41-F8CE31E2C100}"/>
              </a:ext>
            </a:extLst>
          </p:cNvPr>
          <p:cNvSpPr>
            <a:spLocks noGrp="1" noChangeAspect="1"/>
          </p:cNvSpPr>
          <p:nvPr>
            <p:ph sz="quarter" idx="13"/>
          </p:nvPr>
        </p:nvSpPr>
        <p:spPr>
          <a:xfrm>
            <a:off x="8324850" y="2228852"/>
            <a:ext cx="3314700" cy="3314700"/>
          </a:xfrm>
          <a:prstGeom prst="rect">
            <a:avLst/>
          </a:prstGeom>
          <a:solidFill>
            <a:srgbClr val="FBEECE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01E45A1-78E0-4520-916E-F5407FC0A2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63874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re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D95DA-6F2D-4DB9-A4B6-50D3D1C65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982" y="3438305"/>
            <a:ext cx="9201150" cy="2676747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90000"/>
              </a:lnSpc>
              <a:defRPr sz="5400">
                <a:solidFill>
                  <a:srgbClr val="FBEEC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487A85-65B5-4371-833A-AD6EFF69F5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6CBAE8D-A442-4706-952E-6CCFA561B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75981" y="2914652"/>
            <a:ext cx="457200" cy="11430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94465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r w/photo half red">
    <p:bg>
      <p:bgPr>
        <a:solidFill>
          <a:srgbClr val="691D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EADD02D-4E86-18B9-EC0D-5EFAF43C6BBB}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accent5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6F27EC7-A1F5-878A-4E9C-42D9EE7F3BF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137" y="0"/>
            <a:ext cx="12192000" cy="3429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569" y="4229100"/>
            <a:ext cx="4800600" cy="8863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lang="en-US" sz="320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7BBD618F-8A85-084C-32A4-1A29A50E8E9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1" y="3829050"/>
            <a:ext cx="5715000" cy="23431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0">
                <a:solidFill>
                  <a:schemeClr val="tx2"/>
                </a:solidFill>
              </a:defRPr>
            </a:lvl1pPr>
            <a:lvl2pPr marL="228597" indent="-228597">
              <a:lnSpc>
                <a:spcPct val="100000"/>
              </a:lnSpc>
              <a:spcBef>
                <a:spcPts val="12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600" b="0">
                <a:solidFill>
                  <a:schemeClr val="tx2"/>
                </a:solidFill>
              </a:defRPr>
            </a:lvl2pPr>
            <a:lvl3pPr marL="685790" indent="-228597">
              <a:lnSpc>
                <a:spcPct val="100000"/>
              </a:lnSpc>
              <a:spcBef>
                <a:spcPts val="600"/>
              </a:spcBef>
              <a:buClr>
                <a:schemeClr val="accent3"/>
              </a:buClr>
              <a:buFont typeface="Arial" panose="020B0604020202020204" pitchFamily="34" charset="0"/>
              <a:buChar char="–"/>
              <a:defRPr sz="1200" b="0">
                <a:solidFill>
                  <a:schemeClr val="tx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FDA5B365-007E-1E32-CA95-9AA4910AA44A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5600701"/>
            <a:ext cx="4800600" cy="571500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800">
                <a:solidFill>
                  <a:schemeClr val="accent3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033FDC-55EF-42E8-40A1-2BDB05C18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3829052"/>
            <a:ext cx="457200" cy="114300"/>
          </a:xfrm>
          <a:prstGeom prst="rect">
            <a:avLst/>
          </a:prstGeom>
          <a:solidFill>
            <a:schemeClr val="accent3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16410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urp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43402"/>
            <a:ext cx="8001000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DEDD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B5EEE0E6-B40B-48FE-B61F-E4FEF90107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8E5CE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35" name="Text Placeholder 2">
            <a:extLst>
              <a:ext uri="{FF2B5EF4-FFF2-40B4-BE49-F238E27FC236}">
                <a16:creationId xmlns:a16="http://schemas.microsoft.com/office/drawing/2014/main" id="{F57C5113-2576-4463-9E20-05EC188AF6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66800" y="349478"/>
            <a:ext cx="7315201" cy="21544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94" indent="0">
              <a:buNone/>
              <a:defRPr/>
            </a:lvl2pPr>
            <a:lvl3pPr marL="914386" indent="0">
              <a:buNone/>
              <a:defRPr/>
            </a:lvl3pPr>
            <a:lvl4pPr marL="1371579" indent="0">
              <a:buNone/>
              <a:defRPr/>
            </a:lvl4pPr>
            <a:lvl5pPr marL="182877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73244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urple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  <a:effectLst>
            <a:glow rad="127000">
              <a:srgbClr val="612CB0"/>
            </a:glow>
          </a:effec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D7D3C83F-1685-4A4A-8993-74D321902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343402"/>
            <a:ext cx="5715000" cy="1495794"/>
          </a:xfrm>
          <a:prstGeom prst="rect">
            <a:avLst/>
          </a:prstGeom>
        </p:spPr>
        <p:txBody>
          <a:bodyPr wrap="square" lIns="0" tIns="0" rIns="0" bIns="0" anchor="b" anchorCtr="0">
            <a:spAutoFit/>
          </a:bodyPr>
          <a:lstStyle>
            <a:lvl1pPr>
              <a:defRPr lang="en-US" sz="5400" dirty="0">
                <a:solidFill>
                  <a:srgbClr val="DEDDFF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B5EEE0E6-B40B-48FE-B61F-E4FEF90107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0" y="400052"/>
            <a:ext cx="404949" cy="114300"/>
          </a:xfrm>
          <a:prstGeom prst="rect">
            <a:avLst/>
          </a:prstGeom>
          <a:solidFill>
            <a:srgbClr val="8E5CE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35" name="Text Placeholder 2">
            <a:extLst>
              <a:ext uri="{FF2B5EF4-FFF2-40B4-BE49-F238E27FC236}">
                <a16:creationId xmlns:a16="http://schemas.microsoft.com/office/drawing/2014/main" id="{F57C5113-2576-4463-9E20-05EC188AF6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66800" y="349478"/>
            <a:ext cx="497205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1400" cap="all" spc="300" baseline="0">
                <a:solidFill>
                  <a:schemeClr val="tx2"/>
                </a:solidFill>
              </a:defRPr>
            </a:lvl1pPr>
            <a:lvl2pPr marL="457194" indent="0">
              <a:buNone/>
              <a:defRPr/>
            </a:lvl2pPr>
            <a:lvl3pPr marL="914386" indent="0">
              <a:buNone/>
              <a:defRPr/>
            </a:lvl3pPr>
            <a:lvl4pPr marL="1371579" indent="0">
              <a:buNone/>
              <a:defRPr/>
            </a:lvl4pPr>
            <a:lvl5pPr marL="182877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523564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ar purp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878" y="800101"/>
            <a:ext cx="2282122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DEDD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7100" y="400052"/>
            <a:ext cx="8343900" cy="58293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83" indent="-152398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76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70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</a:extLst>
          </p:cNvPr>
          <p:cNvSpPr>
            <a:spLocks noChangeAspect="1"/>
          </p:cNvSpPr>
          <p:nvPr userDrawn="1"/>
        </p:nvSpPr>
        <p:spPr>
          <a:xfrm>
            <a:off x="391723" y="400052"/>
            <a:ext cx="457200" cy="114300"/>
          </a:xfrm>
          <a:prstGeom prst="rect">
            <a:avLst/>
          </a:prstGeom>
          <a:solidFill>
            <a:srgbClr val="AA96FA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5562" y="2514601"/>
            <a:ext cx="2281606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rgbClr val="BEAFFF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481276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ar purple w/ph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878" y="800101"/>
            <a:ext cx="2282122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DEDD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</a:extLst>
          </p:cNvPr>
          <p:cNvSpPr>
            <a:spLocks noChangeAspect="1"/>
          </p:cNvSpPr>
          <p:nvPr userDrawn="1"/>
        </p:nvSpPr>
        <p:spPr>
          <a:xfrm>
            <a:off x="391723" y="400052"/>
            <a:ext cx="457200" cy="114300"/>
          </a:xfrm>
          <a:prstGeom prst="rect">
            <a:avLst/>
          </a:prstGeom>
          <a:solidFill>
            <a:srgbClr val="AA96FA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5562" y="2514601"/>
            <a:ext cx="2281606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rgbClr val="BEAFFF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8E2FDEF9-3FD6-AC6B-BD4C-4D538691DE6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09900" y="0"/>
            <a:ext cx="9182100" cy="685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826238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r 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81D998F-1CEA-4933-A37B-06244CD6DC67}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2A145A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800101"/>
            <a:ext cx="4000500" cy="8863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8E5CE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F25C9EF-E3D6-4E9D-83B4-E16E0BAD9154}"/>
              </a:ext>
            </a:extLst>
          </p:cNvPr>
          <p:cNvSpPr>
            <a:spLocks noGrp="1" noChangeAspect="1"/>
          </p:cNvSpPr>
          <p:nvPr>
            <p:ph sz="quarter" idx="11"/>
          </p:nvPr>
        </p:nvSpPr>
        <p:spPr>
          <a:xfrm>
            <a:off x="4438651" y="2228852"/>
            <a:ext cx="3314700" cy="3314700"/>
          </a:xfrm>
          <a:prstGeom prst="rect">
            <a:avLst/>
          </a:prstGeom>
          <a:solidFill>
            <a:srgbClr val="DEDD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11">
            <a:extLst>
              <a:ext uri="{FF2B5EF4-FFF2-40B4-BE49-F238E27FC236}">
                <a16:creationId xmlns:a16="http://schemas.microsoft.com/office/drawing/2014/main" id="{CC9ADC35-0177-4D0A-A2B4-6BE8CB97A65E}"/>
              </a:ext>
            </a:extLst>
          </p:cNvPr>
          <p:cNvSpPr>
            <a:spLocks noGrp="1" noChangeAspect="1"/>
          </p:cNvSpPr>
          <p:nvPr>
            <p:ph sz="quarter" idx="12"/>
          </p:nvPr>
        </p:nvSpPr>
        <p:spPr>
          <a:xfrm>
            <a:off x="552450" y="2228852"/>
            <a:ext cx="3314700" cy="3314700"/>
          </a:xfrm>
          <a:prstGeom prst="rect">
            <a:avLst/>
          </a:prstGeom>
          <a:solidFill>
            <a:srgbClr val="DEDD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1">
            <a:extLst>
              <a:ext uri="{FF2B5EF4-FFF2-40B4-BE49-F238E27FC236}">
                <a16:creationId xmlns:a16="http://schemas.microsoft.com/office/drawing/2014/main" id="{887CCC8C-1CBB-4FA5-AC41-F8CE31E2C100}"/>
              </a:ext>
            </a:extLst>
          </p:cNvPr>
          <p:cNvSpPr>
            <a:spLocks noGrp="1" noChangeAspect="1"/>
          </p:cNvSpPr>
          <p:nvPr>
            <p:ph sz="quarter" idx="13"/>
          </p:nvPr>
        </p:nvSpPr>
        <p:spPr>
          <a:xfrm>
            <a:off x="8324850" y="2228852"/>
            <a:ext cx="3314700" cy="3314700"/>
          </a:xfrm>
          <a:prstGeom prst="rect">
            <a:avLst/>
          </a:prstGeom>
          <a:solidFill>
            <a:srgbClr val="DEDDFF"/>
          </a:solidFill>
        </p:spPr>
        <p:txBody>
          <a:bodyPr tIns="91440" bIns="91440" anchor="ctr" anchorCtr="0"/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  <a:lvl2pPr>
              <a:defRPr sz="1600">
                <a:solidFill>
                  <a:schemeClr val="bg2"/>
                </a:solidFill>
              </a:defRPr>
            </a:lvl2pPr>
            <a:lvl3pPr>
              <a:defRPr sz="1400">
                <a:solidFill>
                  <a:schemeClr val="bg2"/>
                </a:solidFill>
              </a:defRPr>
            </a:lvl3pPr>
            <a:lvl4pPr>
              <a:defRPr sz="1200">
                <a:solidFill>
                  <a:schemeClr val="bg2"/>
                </a:solidFill>
              </a:defRPr>
            </a:lvl4pPr>
            <a:lvl5pPr>
              <a:defRPr sz="12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026029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purple">
    <p:bg>
      <p:bgPr>
        <a:solidFill>
          <a:srgbClr val="612C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D95DA-6F2D-4DB9-A4B6-50D3D1C65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879" y="3438305"/>
            <a:ext cx="9201150" cy="2676747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>
              <a:lnSpc>
                <a:spcPct val="90000"/>
              </a:lnSpc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487A85-65B5-4371-833A-AD6EFF69F5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6CBAE8D-A442-4706-952E-6CCFA561B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79879" y="2914652"/>
            <a:ext cx="457200" cy="114300"/>
          </a:xfrm>
          <a:prstGeom prst="rect">
            <a:avLst/>
          </a:prstGeom>
          <a:solidFill>
            <a:srgbClr val="BEAFF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183665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bar w/photo half purple">
    <p:bg>
      <p:bgPr>
        <a:solidFill>
          <a:srgbClr val="2A14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EADD02D-4E86-18B9-EC0D-5EFAF43C6BBB}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rgbClr val="612CB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96F27EC7-A1F5-878A-4E9C-42D9EE7F3BF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3429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033FDC-55EF-42E8-40A1-2BDB05C18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3829052"/>
            <a:ext cx="457200" cy="114300"/>
          </a:xfrm>
          <a:prstGeom prst="rect">
            <a:avLst/>
          </a:prstGeom>
          <a:solidFill>
            <a:srgbClr val="BEAFF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accent6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569" y="4229100"/>
            <a:ext cx="4800600" cy="886397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>
              <a:defRPr lang="en-US" sz="3200" dirty="0">
                <a:solidFill>
                  <a:schemeClr val="tx2"/>
                </a:solidFill>
              </a:defRPr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7BBD618F-8A85-084C-32A4-1A29A50E8E9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1" y="3829050"/>
            <a:ext cx="5715000" cy="23431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0">
                <a:solidFill>
                  <a:schemeClr val="tx2"/>
                </a:solidFill>
              </a:defRPr>
            </a:lvl1pPr>
            <a:lvl2pPr marL="228597" indent="-228597">
              <a:lnSpc>
                <a:spcPct val="100000"/>
              </a:lnSpc>
              <a:spcBef>
                <a:spcPts val="1200"/>
              </a:spcBef>
              <a:buClr>
                <a:srgbClr val="8E5CEF"/>
              </a:buClr>
              <a:buFont typeface="Arial" panose="020B0604020202020204" pitchFamily="34" charset="0"/>
              <a:buChar char="•"/>
              <a:defRPr sz="1600" b="0">
                <a:solidFill>
                  <a:schemeClr val="tx2"/>
                </a:solidFill>
              </a:defRPr>
            </a:lvl2pPr>
            <a:lvl3pPr marL="685790" indent="-228597">
              <a:lnSpc>
                <a:spcPct val="100000"/>
              </a:lnSpc>
              <a:spcBef>
                <a:spcPts val="600"/>
              </a:spcBef>
              <a:buClr>
                <a:srgbClr val="8E5CEF"/>
              </a:buClr>
              <a:buFont typeface="Arial" panose="020B0604020202020204" pitchFamily="34" charset="0"/>
              <a:buChar char="–"/>
              <a:defRPr sz="1200" b="0">
                <a:solidFill>
                  <a:schemeClr val="tx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FDA5B365-007E-1E32-CA95-9AA4910AA44A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0" y="5600700"/>
            <a:ext cx="4800600" cy="628651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800">
                <a:solidFill>
                  <a:srgbClr val="BEAFFF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2986104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1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979250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1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1" y="857251"/>
            <a:ext cx="11430000" cy="2462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6271075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1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1" y="1600200"/>
            <a:ext cx="11430000" cy="4572000"/>
          </a:xfrm>
          <a:prstGeom prst="rect">
            <a:avLst/>
          </a:prstGeom>
        </p:spPr>
        <p:txBody>
          <a:bodyPr lIns="0" tIns="0" rIns="0" bIns="0"/>
          <a:lstStyle>
            <a:lvl1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83" indent="-152398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76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70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361617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2" y="342901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5487" y="857251"/>
            <a:ext cx="11425529" cy="2462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0"/>
          </p:nvPr>
        </p:nvSpPr>
        <p:spPr>
          <a:xfrm>
            <a:off x="385487" y="1600200"/>
            <a:ext cx="11425529" cy="4572000"/>
          </a:xfrm>
          <a:prstGeom prst="rect">
            <a:avLst/>
          </a:prstGeom>
        </p:spPr>
        <p:txBody>
          <a:bodyPr lIns="0" tIns="0" rIns="0" bIns="0"/>
          <a:lstStyle>
            <a:lvl1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83" indent="-152398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00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176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370" indent="-228597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7378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1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32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0"/>
          </p:nvPr>
        </p:nvSpPr>
        <p:spPr>
          <a:xfrm>
            <a:off x="381000" y="1600200"/>
            <a:ext cx="5486400" cy="45720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defRPr sz="2400">
                <a:solidFill>
                  <a:schemeClr val="bg2"/>
                </a:solidFill>
              </a:defRPr>
            </a:lvl1pPr>
            <a:lvl2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</a:defRPr>
            </a:lvl2pPr>
            <a:lvl3pPr marL="1142982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Wingdings" panose="05000000000000000000" pitchFamily="2" charset="2"/>
              <a:buChar char="§"/>
              <a:defRPr sz="1400">
                <a:solidFill>
                  <a:schemeClr val="bg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9"/>
          <p:cNvSpPr>
            <a:spLocks noGrp="1"/>
          </p:cNvSpPr>
          <p:nvPr>
            <p:ph sz="quarter" idx="11"/>
          </p:nvPr>
        </p:nvSpPr>
        <p:spPr>
          <a:xfrm>
            <a:off x="6324600" y="1600200"/>
            <a:ext cx="5486400" cy="45720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defRPr sz="2400">
                <a:solidFill>
                  <a:schemeClr val="bg2"/>
                </a:solidFill>
              </a:defRPr>
            </a:lvl1pPr>
            <a:lvl2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00">
                <a:solidFill>
                  <a:schemeClr val="bg2"/>
                </a:solidFill>
              </a:defRPr>
            </a:lvl2pPr>
            <a:lvl3pPr marL="1142982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Wingdings" panose="05000000000000000000" pitchFamily="2" charset="2"/>
              <a:buChar char="§"/>
              <a:defRPr sz="1400">
                <a:solidFill>
                  <a:schemeClr val="bg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005900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w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1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32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F1CEAD-C06E-4DD6-958D-A69C28387D9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1000" y="1374371"/>
            <a:ext cx="5486400" cy="4797829"/>
          </a:xfrm>
          <a:prstGeom prst="rect">
            <a:avLst/>
          </a:prstGeom>
        </p:spPr>
        <p:txBody>
          <a:bodyPr lIns="0" tIns="0" rIns="0" bIns="91440"/>
          <a:lstStyle>
            <a:lvl1pPr marL="0" indent="0">
              <a:lnSpc>
                <a:spcPct val="100000"/>
              </a:lnSpc>
              <a:spcBef>
                <a:spcPts val="1800"/>
              </a:spcBef>
              <a:buNone/>
              <a:defRPr sz="2000" b="1" baseline="0">
                <a:solidFill>
                  <a:schemeClr val="bg1"/>
                </a:solidFill>
              </a:defRPr>
            </a:lvl1pPr>
            <a:lvl2pPr marL="230715" indent="-230715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defRPr sz="1800">
                <a:solidFill>
                  <a:schemeClr val="bg2"/>
                </a:solidFill>
              </a:defRPr>
            </a:lvl2pPr>
            <a:lvl3pPr marL="685790" indent="-230715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400">
                <a:solidFill>
                  <a:schemeClr val="bg2"/>
                </a:solidFill>
              </a:defRPr>
            </a:lvl3pPr>
            <a:lvl4pPr marL="1140866" indent="-224364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Wingdings" panose="05000000000000000000" pitchFamily="2" charset="2"/>
              <a:buChar char="§"/>
              <a:defRPr sz="1200">
                <a:solidFill>
                  <a:schemeClr val="bg2"/>
                </a:solidFill>
              </a:defRPr>
            </a:lvl4pPr>
            <a:lvl5pPr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A0C49344-5A94-4BB8-B1F8-EC9EB43874D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24600" y="1374371"/>
            <a:ext cx="5486400" cy="4797829"/>
          </a:xfrm>
          <a:prstGeom prst="rect">
            <a:avLst/>
          </a:prstGeom>
        </p:spPr>
        <p:txBody>
          <a:bodyPr lIns="0" tIns="0" rIns="0" bIns="91440"/>
          <a:lstStyle>
            <a:lvl1pPr marL="0" indent="0">
              <a:lnSpc>
                <a:spcPct val="100000"/>
              </a:lnSpc>
              <a:spcBef>
                <a:spcPts val="1800"/>
              </a:spcBef>
              <a:buNone/>
              <a:defRPr sz="2000" b="1" baseline="0">
                <a:solidFill>
                  <a:schemeClr val="bg1"/>
                </a:solidFill>
              </a:defRPr>
            </a:lvl1pPr>
            <a:lvl2pPr marL="230715" indent="-230715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defRPr sz="1800">
                <a:solidFill>
                  <a:schemeClr val="bg2"/>
                </a:solidFill>
              </a:defRPr>
            </a:lvl2pPr>
            <a:lvl3pPr marL="685790" indent="-230715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400">
                <a:solidFill>
                  <a:schemeClr val="bg2"/>
                </a:solidFill>
              </a:defRPr>
            </a:lvl3pPr>
            <a:lvl4pPr marL="1140866" indent="-224364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Wingdings" panose="05000000000000000000" pitchFamily="2" charset="2"/>
              <a:buChar char="§"/>
              <a:defRPr sz="1200">
                <a:solidFill>
                  <a:schemeClr val="bg2"/>
                </a:solidFill>
              </a:defRPr>
            </a:lvl4pPr>
            <a:lvl5pPr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8732818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w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342901"/>
            <a:ext cx="11430000" cy="443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320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9" name="Content Placeholder 9"/>
          <p:cNvSpPr>
            <a:spLocks noGrp="1"/>
          </p:cNvSpPr>
          <p:nvPr>
            <p:ph sz="quarter" idx="13"/>
          </p:nvPr>
        </p:nvSpPr>
        <p:spPr>
          <a:xfrm>
            <a:off x="381001" y="1371600"/>
            <a:ext cx="3526327" cy="4800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1">
                <a:solidFill>
                  <a:schemeClr val="bg1"/>
                </a:solidFill>
              </a:defRPr>
            </a:lvl1pPr>
            <a:lvl2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2pPr>
            <a:lvl3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200">
                <a:solidFill>
                  <a:schemeClr val="bg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3C9CA1AB-E8E8-4338-8BB5-4C9F95D3899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32837" y="1371600"/>
            <a:ext cx="3526327" cy="4800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1">
                <a:solidFill>
                  <a:schemeClr val="bg1"/>
                </a:solidFill>
              </a:defRPr>
            </a:lvl1pPr>
            <a:lvl2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2pPr>
            <a:lvl3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200">
                <a:solidFill>
                  <a:schemeClr val="bg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Content Placeholder 9">
            <a:extLst>
              <a:ext uri="{FF2B5EF4-FFF2-40B4-BE49-F238E27FC236}">
                <a16:creationId xmlns:a16="http://schemas.microsoft.com/office/drawing/2014/main" id="{B6586213-13AB-4801-9939-C1924B01D7D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284230" y="1371600"/>
            <a:ext cx="3526327" cy="4800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800"/>
              </a:spcBef>
              <a:buClr>
                <a:srgbClr val="808080"/>
              </a:buClr>
              <a:buNone/>
              <a:defRPr sz="1800" b="1">
                <a:solidFill>
                  <a:schemeClr val="bg1"/>
                </a:solidFill>
              </a:defRPr>
            </a:lvl1pPr>
            <a:lvl2pPr marL="228597" indent="-228597">
              <a:lnSpc>
                <a:spcPct val="100000"/>
              </a:lnSpc>
              <a:spcBef>
                <a:spcPts val="12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2pPr>
            <a:lvl3pPr marL="685790" indent="-228597">
              <a:lnSpc>
                <a:spcPct val="100000"/>
              </a:lnSpc>
              <a:spcBef>
                <a:spcPts val="6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200">
                <a:solidFill>
                  <a:schemeClr val="bg2"/>
                </a:solidFill>
              </a:defRPr>
            </a:lvl3pPr>
            <a:lvl4pPr marL="1600176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370" indent="-228597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6610914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96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21CDB-95CE-458B-A911-027A05894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-457199"/>
            <a:ext cx="10515600" cy="39581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0660827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logo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0B410-C7E4-4036-89E5-3C58E91B2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-457199"/>
            <a:ext cx="10515600" cy="395816"/>
          </a:xfrm>
          <a:prstGeom prst="rect">
            <a:avLst/>
          </a:prstGeom>
        </p:spPr>
        <p:txBody>
          <a:bodyPr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5BC7EE9C-562A-4519-B67A-EB99114D5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2"/>
              </a:solidFill>
            </a:endParaRPr>
          </a:p>
        </p:txBody>
      </p:sp>
      <p:pic>
        <p:nvPicPr>
          <p:cNvPr id="210" name="Picture 209">
            <a:extLst>
              <a:ext uri="{FF2B5EF4-FFF2-40B4-BE49-F238E27FC236}">
                <a16:creationId xmlns:a16="http://schemas.microsoft.com/office/drawing/2014/main" id="{9F395D62-9AFB-429C-85A8-BAAB83043A5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171" y="6172200"/>
            <a:ext cx="2743200" cy="356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6529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on Blue Gradient">
    <p:bg>
      <p:bgPr>
        <a:gradFill flip="none" rotWithShape="1">
          <a:gsLst>
            <a:gs pos="0">
              <a:srgbClr val="06A6A4"/>
            </a:gs>
            <a:gs pos="62000">
              <a:schemeClr val="accent1"/>
            </a:gs>
            <a:gs pos="100000">
              <a:srgbClr val="242B4A"/>
            </a:gs>
          </a:gsLst>
          <a:lin ang="792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D9401306-EB62-5338-6224-76D035107DE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6">
                  <a:alpha val="50855"/>
                </a:schemeClr>
              </a:gs>
              <a:gs pos="31000">
                <a:schemeClr val="accent6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63CFBE4-8D38-EC0E-C75D-E5576A6E8071}"/>
              </a:ext>
            </a:extLst>
          </p:cNvPr>
          <p:cNvGrpSpPr/>
          <p:nvPr userDrawn="1"/>
        </p:nvGrpSpPr>
        <p:grpSpPr>
          <a:xfrm>
            <a:off x="333582" y="6337293"/>
            <a:ext cx="1024133" cy="277481"/>
            <a:chOff x="250186" y="4752975"/>
            <a:chExt cx="768100" cy="208111"/>
          </a:xfrm>
        </p:grpSpPr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BEF726B9-83B5-C2B3-1752-1F603FD038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50186" y="4752975"/>
              <a:ext cx="208111" cy="208111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4D34A34-343B-3494-E6E7-65F79356CBB3}"/>
                </a:ext>
              </a:extLst>
            </p:cNvPr>
            <p:cNvSpPr txBox="1"/>
            <p:nvPr userDrawn="1"/>
          </p:nvSpPr>
          <p:spPr>
            <a:xfrm>
              <a:off x="484486" y="4880991"/>
              <a:ext cx="533800" cy="7699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37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667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Dell Digital Proven</a:t>
              </a:r>
            </a:p>
          </p:txBody>
        </p:sp>
      </p:grpSp>
      <p:pic>
        <p:nvPicPr>
          <p:cNvPr id="23" name="Graphic 22">
            <a:extLst>
              <a:ext uri="{FF2B5EF4-FFF2-40B4-BE49-F238E27FC236}">
                <a16:creationId xmlns:a16="http://schemas.microsoft.com/office/drawing/2014/main" id="{306C7280-243C-423B-6E18-C9055824CA7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03079" y="6449384"/>
            <a:ext cx="1439515" cy="187024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720E79BB-D75C-8CCE-A8C1-4D044C2FD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04800"/>
            <a:ext cx="11430000" cy="5170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33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fl" descr="                              Dell - Internal Use - Confidential&#10;">
            <a:extLst>
              <a:ext uri="{FF2B5EF4-FFF2-40B4-BE49-F238E27FC236}">
                <a16:creationId xmlns:a16="http://schemas.microsoft.com/office/drawing/2014/main" id="{92D7A9AC-0DD8-A327-67C0-E44BFBC054AA}"/>
              </a:ext>
            </a:extLst>
          </p:cNvPr>
          <p:cNvSpPr txBox="1"/>
          <p:nvPr userDrawn="1"/>
        </p:nvSpPr>
        <p:spPr>
          <a:xfrm>
            <a:off x="5370636" y="6696353"/>
            <a:ext cx="1601400" cy="92398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marL="0" marR="0" lvl="0" indent="0" algn="l" defTabSz="1219170" rtl="0" eaLnBrk="1" fontAlgn="base" latinLnBrk="0" hangingPunct="1">
              <a:lnSpc>
                <a:spcPct val="90000"/>
              </a:lnSpc>
              <a:spcBef>
                <a:spcPts val="133"/>
              </a:spcBef>
              <a:spcAft>
                <a:spcPts val="133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7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Copyright © Dell Inc. All Rights Reserved.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A8557B9-A9DA-D458-B457-A45A11F2DF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855741"/>
            <a:ext cx="11430000" cy="2872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Box 19">
            <a:extLst>
              <a:ext uri="{FF2B5EF4-FFF2-40B4-BE49-F238E27FC236}">
                <a16:creationId xmlns:a16="http://schemas.microsoft.com/office/drawing/2014/main" id="{0D021AB9-CFDE-47F9-A4BC-2FCF9606BAD4}"/>
              </a:ext>
            </a:extLst>
          </p:cNvPr>
          <p:cNvSpPr txBox="1"/>
          <p:nvPr userDrawn="1"/>
        </p:nvSpPr>
        <p:spPr>
          <a:xfrm>
            <a:off x="5140350" y="6697379"/>
            <a:ext cx="105798" cy="92398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marL="0" marR="0" lvl="0" indent="0" algn="r" defTabSz="914377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76CE"/>
              </a:buClr>
              <a:buSzTx/>
              <a:buFontTx/>
              <a:buNone/>
              <a:tabLst/>
              <a:defRPr/>
            </a:pPr>
            <a:fld id="{996D18BC-BB07-4517-8096-104CA50EE3C2}" type="slidenum">
              <a:rPr kumimoji="0" lang="en-US" sz="667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377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76CE"/>
                </a:buClr>
                <a:buSzTx/>
                <a:buFontTx/>
                <a:buNone/>
                <a:tabLst/>
                <a:defRPr/>
              </a:pPr>
              <a:t>‹#›</a:t>
            </a:fld>
            <a:endParaRPr kumimoji="0" lang="en-US" sz="667" b="0" i="0" u="none" strike="noStrike" kern="1200" cap="none" spc="0" normalizeH="0" baseline="0" noProof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54607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52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ue bar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C3083B9-B011-4088-9915-EA423CD7E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1600200"/>
          </a:xfrm>
          <a:prstGeom prst="rect">
            <a:avLst/>
          </a:prstGeom>
          <a:gradFill>
            <a:gsLst>
              <a:gs pos="0">
                <a:schemeClr val="accent6"/>
              </a:gs>
              <a:gs pos="26000">
                <a:schemeClr val="bg1"/>
              </a:gs>
              <a:gs pos="100000">
                <a:schemeClr val="accent1"/>
              </a:gs>
            </a:gsLst>
            <a:lin ang="36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chemeClr val="bg2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06380C4-5271-4906-B38E-E23B3CA39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541568"/>
            <a:ext cx="11430000" cy="517064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>
              <a:defRPr sz="3733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9666377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ide bar blue w pho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D01FF2D-BCCA-4268-76DA-AA3ED876F1E5}"/>
              </a:ext>
            </a:extLst>
          </p:cNvPr>
          <p:cNvSpPr/>
          <p:nvPr userDrawn="1"/>
        </p:nvSpPr>
        <p:spPr>
          <a:xfrm>
            <a:off x="0" y="0"/>
            <a:ext cx="3017520" cy="685800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bg2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1" y="801185"/>
            <a:ext cx="2286000" cy="132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>
                <a:solidFill>
                  <a:srgbClr val="E5F8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E372F5-2EC7-4733-8384-2D4149AF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381001" y="400052"/>
            <a:ext cx="457200" cy="114300"/>
          </a:xfrm>
          <a:prstGeom prst="rect">
            <a:avLst/>
          </a:prstGeom>
          <a:solidFill>
            <a:srgbClr val="80C7FB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rgbClr val="80C7FB"/>
              </a:solidFill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84B0B8-7C41-4C04-9E5E-65F06621721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381001" y="2514601"/>
            <a:ext cx="2286000" cy="3714751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1200"/>
              </a:spcBef>
              <a:buNone/>
              <a:defRPr sz="1600">
                <a:solidFill>
                  <a:srgbClr val="80C7FB"/>
                </a:solidFill>
                <a:latin typeface="Arial" panose="020B0604020202020204" pitchFamily="34" charset="0"/>
              </a:defRPr>
            </a:lvl1pPr>
            <a:lvl2pPr marL="457194" indent="0" algn="ctr">
              <a:buNone/>
              <a:defRPr sz="2000"/>
            </a:lvl2pPr>
            <a:lvl3pPr marL="914386" indent="0" algn="ctr">
              <a:buNone/>
              <a:defRPr sz="1800"/>
            </a:lvl3pPr>
            <a:lvl4pPr marL="1371579" indent="0" algn="ctr">
              <a:buNone/>
              <a:defRPr sz="1600"/>
            </a:lvl4pPr>
            <a:lvl5pPr marL="1828773" indent="0" algn="ctr">
              <a:buNone/>
              <a:defRPr sz="1600"/>
            </a:lvl5pPr>
            <a:lvl6pPr marL="2285966" indent="0" algn="ctr">
              <a:buNone/>
              <a:defRPr sz="1600"/>
            </a:lvl6pPr>
            <a:lvl7pPr marL="2743158" indent="0" algn="ctr">
              <a:buNone/>
              <a:defRPr sz="1600"/>
            </a:lvl7pPr>
            <a:lvl8pPr marL="3200352" indent="0" algn="ctr">
              <a:buNone/>
              <a:defRPr sz="1600"/>
            </a:lvl8pPr>
            <a:lvl9pPr marL="36575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MSIPCMContentMarking" descr="{&quot;HashCode&quot;:-1912962988,&quot;Placement&quot;:&quot;Footer&quot;}">
            <a:extLst>
              <a:ext uri="{FF2B5EF4-FFF2-40B4-BE49-F238E27FC236}">
                <a16:creationId xmlns:a16="http://schemas.microsoft.com/office/drawing/2014/main" id="{1A129CF9-49E7-F484-DAC0-05186760E6D1}"/>
              </a:ext>
            </a:extLst>
          </p:cNvPr>
          <p:cNvSpPr txBox="1"/>
          <p:nvPr userDrawn="1"/>
        </p:nvSpPr>
        <p:spPr>
          <a:xfrm>
            <a:off x="0" y="6645505"/>
            <a:ext cx="1580011" cy="14356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933">
                <a:solidFill>
                  <a:srgbClr val="7F7F7F"/>
                </a:solidFill>
                <a:latin typeface="Calibri" panose="020F0502020204030204" pitchFamily="34" charset="0"/>
              </a:rPr>
              <a:t>Internal Use - Confidential</a:t>
            </a:r>
          </a:p>
        </p:txBody>
      </p:sp>
    </p:spTree>
    <p:extLst>
      <p:ext uri="{BB962C8B-B14F-4D97-AF65-F5344CB8AC3E}">
        <p14:creationId xmlns:p14="http://schemas.microsoft.com/office/powerpoint/2010/main" val="42189712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">
    <p:bg>
      <p:bgPr>
        <a:gradFill>
          <a:gsLst>
            <a:gs pos="0">
              <a:schemeClr val="accent6"/>
            </a:gs>
            <a:gs pos="26000">
              <a:schemeClr val="bg1"/>
            </a:gs>
            <a:gs pos="100000">
              <a:schemeClr val="accent1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A49A41B-9CF1-4CD6-B1E3-F736C63833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11668" y="5831699"/>
            <a:ext cx="3608832" cy="469148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10344EF7-FB04-41A4-900F-48EC95C6F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552449"/>
            <a:ext cx="11430000" cy="1994392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algn="l">
              <a:defRPr sz="720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A67014B0-AEAB-4CC8-BCED-661FF1CA27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2743201"/>
            <a:ext cx="11430000" cy="165576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7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6527352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11430000" cy="5170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33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520484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11430000" cy="5170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33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855741"/>
            <a:ext cx="11430000" cy="2872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6831676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11430000" cy="5170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33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00200"/>
            <a:ext cx="11430000" cy="4419600"/>
          </a:xfrm>
          <a:prstGeom prst="rect">
            <a:avLst/>
          </a:prstGeom>
        </p:spPr>
        <p:txBody>
          <a:bodyPr lIns="0" tIns="0" rIns="0" bIns="0"/>
          <a:lstStyle>
            <a:lvl1pPr marL="228584" indent="-228584"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50" indent="-228584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20" indent="-152388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67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080" indent="-22858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247" indent="-22858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BFC175-D0BC-4F85-8A4A-2A566FB52C3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32551" y="131554"/>
            <a:ext cx="1059967" cy="610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5432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11430000" cy="5170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33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855741"/>
            <a:ext cx="11430000" cy="2872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67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0"/>
          </p:nvPr>
        </p:nvSpPr>
        <p:spPr>
          <a:xfrm>
            <a:off x="381000" y="1600200"/>
            <a:ext cx="11430000" cy="4419600"/>
          </a:xfrm>
          <a:prstGeom prst="rect">
            <a:avLst/>
          </a:prstGeom>
        </p:spPr>
        <p:txBody>
          <a:bodyPr lIns="0" tIns="0" rIns="0" bIns="0"/>
          <a:lstStyle>
            <a:lvl1pPr marL="228584" indent="-228584"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400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685750" indent="-228584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066720" indent="-152388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Arial" panose="020B0604020202020204" pitchFamily="34" charset="0"/>
              <a:buChar char="▪"/>
              <a:defRPr sz="1467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080" indent="-22858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4pPr>
            <a:lvl5pPr marL="2057247" indent="-228584">
              <a:lnSpc>
                <a:spcPct val="100000"/>
              </a:lnSpc>
              <a:spcBef>
                <a:spcPts val="400"/>
              </a:spcBef>
              <a:buClr>
                <a:schemeClr val="bg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8682731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651" y="304800"/>
            <a:ext cx="11436351" cy="5170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3733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0"/>
          </p:nvPr>
        </p:nvSpPr>
        <p:spPr>
          <a:xfrm>
            <a:off x="381000" y="1600200"/>
            <a:ext cx="5410200" cy="44196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  <a:defRPr sz="2400">
                <a:solidFill>
                  <a:schemeClr val="bg2"/>
                </a:solidFill>
              </a:defRPr>
            </a:lvl1pPr>
            <a:lvl2pPr marL="685750" indent="-228584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2pPr>
            <a:lvl3pPr marL="1142914" indent="-228584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Wingdings" panose="05000000000000000000" pitchFamily="2" charset="2"/>
              <a:buChar char="§"/>
              <a:defRPr sz="1467">
                <a:solidFill>
                  <a:schemeClr val="bg2"/>
                </a:solidFill>
              </a:defRPr>
            </a:lvl3pPr>
            <a:lvl4pPr marL="1600080" indent="-22858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247" indent="-22858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9"/>
          <p:cNvSpPr>
            <a:spLocks noGrp="1"/>
          </p:cNvSpPr>
          <p:nvPr>
            <p:ph sz="quarter" idx="11"/>
          </p:nvPr>
        </p:nvSpPr>
        <p:spPr>
          <a:xfrm>
            <a:off x="6400800" y="1600200"/>
            <a:ext cx="5410200" cy="4419600"/>
          </a:xfrm>
          <a:prstGeom prst="rect">
            <a:avLst/>
          </a:prstGeom>
        </p:spPr>
        <p:txBody>
          <a:bodyPr lIns="0" tIns="0" rIns="0" bIns="0"/>
          <a:lstStyle>
            <a:lvl1pPr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  <a:defRPr sz="2400">
                <a:solidFill>
                  <a:schemeClr val="bg2"/>
                </a:solidFill>
              </a:defRPr>
            </a:lvl1pPr>
            <a:lvl2pPr marL="685750" indent="-228584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2pPr>
            <a:lvl3pPr marL="1142914" indent="-228584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Wingdings" panose="05000000000000000000" pitchFamily="2" charset="2"/>
              <a:buChar char="§"/>
              <a:defRPr sz="1467">
                <a:solidFill>
                  <a:schemeClr val="bg2"/>
                </a:solidFill>
              </a:defRPr>
            </a:lvl3pPr>
            <a:lvl4pPr marL="1600080" indent="-22858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247" indent="-22858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786197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s w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651" y="304800"/>
            <a:ext cx="11436351" cy="5170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3733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F1CEAD-C06E-4DD6-958D-A69C28387D9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1000" y="1295400"/>
            <a:ext cx="5410200" cy="5257800"/>
          </a:xfrm>
          <a:prstGeom prst="rect">
            <a:avLst/>
          </a:prstGeom>
        </p:spPr>
        <p:txBody>
          <a:bodyPr lIns="0" tIns="0" rIns="0" bIns="91440"/>
          <a:lstStyle>
            <a:lvl1pPr marL="0" indent="0">
              <a:lnSpc>
                <a:spcPct val="100000"/>
              </a:lnSpc>
              <a:spcBef>
                <a:spcPts val="2400"/>
              </a:spcBef>
              <a:buNone/>
              <a:defRPr sz="2667" baseline="0">
                <a:solidFill>
                  <a:schemeClr val="bg1"/>
                </a:solidFill>
              </a:defRPr>
            </a:lvl1pPr>
            <a:lvl2pPr marL="230701" indent="-230701"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  <a:defRPr>
                <a:solidFill>
                  <a:schemeClr val="bg2"/>
                </a:solidFill>
              </a:defRPr>
            </a:lvl2pPr>
            <a:lvl3pPr marL="685750" indent="-230701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3pPr>
            <a:lvl4pPr marL="1140798" indent="-224350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Wingdings" panose="05000000000000000000" pitchFamily="2" charset="2"/>
              <a:buChar char="§"/>
              <a:defRPr sz="1467">
                <a:solidFill>
                  <a:schemeClr val="bg2"/>
                </a:solidFill>
              </a:defRPr>
            </a:lvl4pPr>
            <a:lvl5pPr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A0C49344-5A94-4BB8-B1F8-EC9EB43874D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00800" y="1295400"/>
            <a:ext cx="5410200" cy="5257800"/>
          </a:xfrm>
          <a:prstGeom prst="rect">
            <a:avLst/>
          </a:prstGeom>
        </p:spPr>
        <p:txBody>
          <a:bodyPr lIns="0" tIns="0" rIns="0" bIns="91440"/>
          <a:lstStyle>
            <a:lvl1pPr marL="0" indent="0">
              <a:lnSpc>
                <a:spcPct val="100000"/>
              </a:lnSpc>
              <a:spcBef>
                <a:spcPts val="2400"/>
              </a:spcBef>
              <a:buNone/>
              <a:defRPr sz="2667" baseline="0">
                <a:solidFill>
                  <a:schemeClr val="bg1"/>
                </a:solidFill>
              </a:defRPr>
            </a:lvl1pPr>
            <a:lvl2pPr marL="230701" indent="-230701"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  <a:defRPr>
                <a:solidFill>
                  <a:schemeClr val="bg2"/>
                </a:solidFill>
              </a:defRPr>
            </a:lvl2pPr>
            <a:lvl3pPr marL="685750" indent="-230701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3pPr>
            <a:lvl4pPr marL="1140798" indent="-224350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Wingdings" panose="05000000000000000000" pitchFamily="2" charset="2"/>
              <a:buChar char="§"/>
              <a:defRPr sz="1467">
                <a:solidFill>
                  <a:schemeClr val="bg2"/>
                </a:solidFill>
              </a:defRPr>
            </a:lvl4pPr>
            <a:lvl5pPr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6610275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0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s w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651" y="304800"/>
            <a:ext cx="11436351" cy="5170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US" sz="3733" dirty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9" name="Content Placeholder 9"/>
          <p:cNvSpPr>
            <a:spLocks noGrp="1"/>
          </p:cNvSpPr>
          <p:nvPr>
            <p:ph sz="quarter" idx="13"/>
          </p:nvPr>
        </p:nvSpPr>
        <p:spPr>
          <a:xfrm>
            <a:off x="381000" y="1295400"/>
            <a:ext cx="3581400" cy="4724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  <a:buNone/>
              <a:defRPr sz="2400">
                <a:solidFill>
                  <a:schemeClr val="bg1"/>
                </a:solidFill>
              </a:defRPr>
            </a:lvl1pPr>
            <a:lvl2pPr marL="228584" indent="-228584"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133">
                <a:solidFill>
                  <a:schemeClr val="bg2"/>
                </a:solidFill>
              </a:defRPr>
            </a:lvl2pPr>
            <a:lvl3pPr marL="685750" indent="-228584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600">
                <a:solidFill>
                  <a:schemeClr val="bg2"/>
                </a:solidFill>
              </a:defRPr>
            </a:lvl3pPr>
            <a:lvl4pPr marL="1600080" indent="-22858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247" indent="-22858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1"/>
          </p:nvPr>
        </p:nvSpPr>
        <p:spPr>
          <a:xfrm>
            <a:off x="4305300" y="1295400"/>
            <a:ext cx="3581400" cy="4724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  <a:buNone/>
              <a:defRPr sz="2400">
                <a:solidFill>
                  <a:schemeClr val="bg1"/>
                </a:solidFill>
              </a:defRPr>
            </a:lvl1pPr>
            <a:lvl2pPr marL="228584" indent="-228584"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133">
                <a:solidFill>
                  <a:schemeClr val="bg2"/>
                </a:solidFill>
              </a:defRPr>
            </a:lvl2pPr>
            <a:lvl3pPr marL="685750" indent="-228584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600">
                <a:solidFill>
                  <a:schemeClr val="bg2"/>
                </a:solidFill>
              </a:defRPr>
            </a:lvl3pPr>
            <a:lvl4pPr marL="1600080" indent="-22858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247" indent="-22858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9"/>
          <p:cNvSpPr>
            <a:spLocks noGrp="1"/>
          </p:cNvSpPr>
          <p:nvPr>
            <p:ph sz="quarter" idx="14"/>
          </p:nvPr>
        </p:nvSpPr>
        <p:spPr>
          <a:xfrm>
            <a:off x="8229600" y="1295400"/>
            <a:ext cx="3581400" cy="47244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  <a:buNone/>
              <a:defRPr sz="2400">
                <a:solidFill>
                  <a:schemeClr val="bg1"/>
                </a:solidFill>
              </a:defRPr>
            </a:lvl1pPr>
            <a:lvl2pPr marL="228584" indent="-228584">
              <a:lnSpc>
                <a:spcPct val="100000"/>
              </a:lnSpc>
              <a:spcBef>
                <a:spcPts val="1600"/>
              </a:spcBef>
              <a:buClr>
                <a:srgbClr val="808080"/>
              </a:buClr>
              <a:buFont typeface="Arial" panose="020B0604020202020204" pitchFamily="34" charset="0"/>
              <a:buChar char="•"/>
              <a:defRPr sz="2133">
                <a:solidFill>
                  <a:schemeClr val="bg2"/>
                </a:solidFill>
              </a:defRPr>
            </a:lvl2pPr>
            <a:lvl3pPr marL="685750" indent="-228584">
              <a:lnSpc>
                <a:spcPct val="100000"/>
              </a:lnSpc>
              <a:spcBef>
                <a:spcPts val="400"/>
              </a:spcBef>
              <a:buClr>
                <a:srgbClr val="808080"/>
              </a:buClr>
              <a:buFont typeface="Arial" panose="020B0604020202020204" pitchFamily="34" charset="0"/>
              <a:buChar char="–"/>
              <a:defRPr sz="1600">
                <a:solidFill>
                  <a:schemeClr val="bg2"/>
                </a:solidFill>
              </a:defRPr>
            </a:lvl3pPr>
            <a:lvl4pPr marL="1600080" indent="-22858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4pPr>
            <a:lvl5pPr marL="2057247" indent="-228584">
              <a:buClr>
                <a:srgbClr val="808080"/>
              </a:buClr>
              <a:buFont typeface="Arial" panose="020B0604020202020204" pitchFamily="34" charset="0"/>
              <a:buChar char="–"/>
              <a:defRPr sz="1867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749444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72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21CDB-95CE-458B-A911-027A05894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57200"/>
            <a:ext cx="10515600" cy="395816"/>
          </a:xfrm>
          <a:prstGeom prst="rect">
            <a:avLst/>
          </a:prstGeom>
        </p:spPr>
        <p:txBody>
          <a:bodyPr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1254480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gradFill>
          <a:gsLst>
            <a:gs pos="0">
              <a:schemeClr val="accent6"/>
            </a:gs>
            <a:gs pos="26000">
              <a:schemeClr val="bg1"/>
            </a:gs>
            <a:gs pos="100000">
              <a:schemeClr val="accent1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1000" y="2431804"/>
            <a:ext cx="10515600" cy="1994392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>
              <a:defRPr sz="7200">
                <a:solidFill>
                  <a:schemeClr val="tx2"/>
                </a:solidFill>
                <a:effectLst/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9014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2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 blue gradient bkgd">
    <p:bg>
      <p:bgPr>
        <a:gradFill>
          <a:gsLst>
            <a:gs pos="0">
              <a:schemeClr val="accent6"/>
            </a:gs>
            <a:gs pos="26000">
              <a:schemeClr val="bg1"/>
            </a:gs>
            <a:gs pos="100000">
              <a:schemeClr val="accent1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11430000" cy="5170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733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6731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logo slide">
    <p:bg>
      <p:bgPr>
        <a:gradFill>
          <a:gsLst>
            <a:gs pos="0">
              <a:schemeClr val="accent6"/>
            </a:gs>
            <a:gs pos="26000">
              <a:schemeClr val="bg1"/>
            </a:gs>
            <a:gs pos="100000">
              <a:schemeClr val="accent1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CED6EC7-6D3E-4027-A733-9B78EBA486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01837" y="3005739"/>
            <a:ext cx="6790944" cy="8803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B40B410-C7E4-4036-89E5-3C58E91B2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57200"/>
            <a:ext cx="10515600" cy="395816"/>
          </a:xfrm>
          <a:prstGeom prst="rect">
            <a:avLst/>
          </a:prstGeom>
        </p:spPr>
        <p:txBody>
          <a:bodyPr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43511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Cover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552449"/>
            <a:ext cx="9982200" cy="1994392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algn="l">
              <a:defRPr sz="720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2743201"/>
            <a:ext cx="9982200" cy="165576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667">
                <a:solidFill>
                  <a:schemeClr val="tx2"/>
                </a:solidFill>
                <a:latin typeface="Arial" panose="020B0604020202020204" pitchFamily="34" charset="0"/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820930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58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7.xml"/><Relationship Id="rId17" Type="http://schemas.openxmlformats.org/officeDocument/2006/relationships/image" Target="../media/image23.emf"/><Relationship Id="rId2" Type="http://schemas.openxmlformats.org/officeDocument/2006/relationships/slideLayout" Target="../slideLayouts/slideLayout47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5" Type="http://schemas.openxmlformats.org/officeDocument/2006/relationships/tags" Target="../tags/tag1.xml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4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79" y="6451744"/>
            <a:ext cx="1438656" cy="187024"/>
          </a:xfrm>
          <a:prstGeom prst="rect">
            <a:avLst/>
          </a:prstGeom>
        </p:spPr>
      </p:pic>
      <p:sp>
        <p:nvSpPr>
          <p:cNvPr id="7" name="fl" descr="                              Dell - Internal Use - Confidential&#10;"/>
          <p:cNvSpPr txBox="1"/>
          <p:nvPr userDrawn="1"/>
        </p:nvSpPr>
        <p:spPr>
          <a:xfrm>
            <a:off x="5381061" y="6701002"/>
            <a:ext cx="1429879" cy="831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marL="0" marR="0" indent="0" algn="ctr" defTabSz="1219183" rtl="0" eaLnBrk="1" fontAlgn="base" latinLnBrk="0" hangingPunct="1">
              <a:lnSpc>
                <a:spcPct val="90000"/>
              </a:lnSpc>
              <a:spcBef>
                <a:spcPts val="133"/>
              </a:spcBef>
              <a:spcAft>
                <a:spcPts val="133"/>
              </a:spcAft>
              <a:buClrTx/>
              <a:buSzTx/>
              <a:buFontTx/>
              <a:buNone/>
              <a:tabLst/>
              <a:defRPr/>
            </a:pPr>
            <a:r>
              <a:rPr lang="en-US" sz="600" b="0" i="0" u="none" baseline="0">
                <a:solidFill>
                  <a:srgbClr val="808080"/>
                </a:solidFill>
                <a:latin typeface="Arial" panose="020B0604020202020204" pitchFamily="34" charset="0"/>
              </a:rPr>
              <a:t>Copyright © Dell Inc. All Rights Reserved.</a:t>
            </a:r>
          </a:p>
        </p:txBody>
      </p:sp>
      <p:sp>
        <p:nvSpPr>
          <p:cNvPr id="6" name="TextBox 19"/>
          <p:cNvSpPr txBox="1"/>
          <p:nvPr userDrawn="1"/>
        </p:nvSpPr>
        <p:spPr>
          <a:xfrm>
            <a:off x="5120250" y="6702028"/>
            <a:ext cx="94578" cy="83100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fld id="{58EC7406-F4CC-4ABF-902E-2AF4E70E5C0F}" type="slidenum">
              <a:rPr lang="en-US" sz="600" b="0" kern="1200" smtClean="0">
                <a:solidFill>
                  <a:srgbClr val="808080"/>
                </a:solidFill>
                <a:latin typeface="Arial" panose="020B0604020202020204" pitchFamily="34" charset="0"/>
                <a:ea typeface="+mn-ea"/>
                <a:cs typeface="+mn-cs"/>
              </a:rPr>
              <a:pPr algn="r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bg1"/>
                </a:buClr>
              </a:pPr>
              <a:t>‹#›</a:t>
            </a:fld>
            <a:endParaRPr lang="en-US" sz="600" b="0" kern="1200" err="1">
              <a:solidFill>
                <a:srgbClr val="808080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" name="MSIPCMContentMarking" descr="{&quot;HashCode&quot;:-1876667767,&quot;Placement&quot;:&quot;Footer&quot;,&quot;Top&quot;:523.380066,&quot;Left&quot;:0.0,&quot;SlideWidth&quot;:960,&quot;SlideHeight&quot;:540}">
            <a:extLst>
              <a:ext uri="{FF2B5EF4-FFF2-40B4-BE49-F238E27FC236}">
                <a16:creationId xmlns:a16="http://schemas.microsoft.com/office/drawing/2014/main" id="{E7B83617-2894-6513-F0F1-A4A046FAD852}"/>
              </a:ext>
            </a:extLst>
          </p:cNvPr>
          <p:cNvSpPr txBox="1"/>
          <p:nvPr userDrawn="1"/>
        </p:nvSpPr>
        <p:spPr>
          <a:xfrm>
            <a:off x="0" y="6646927"/>
            <a:ext cx="1185008" cy="21107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700">
                <a:solidFill>
                  <a:srgbClr val="737373"/>
                </a:solidFill>
                <a:latin typeface="Calibri" panose="020F0502020204030204" pitchFamily="34" charset="0"/>
              </a:rPr>
              <a:t>Internal Use - Confidential</a:t>
            </a:r>
          </a:p>
        </p:txBody>
      </p:sp>
    </p:spTree>
    <p:extLst>
      <p:ext uri="{BB962C8B-B14F-4D97-AF65-F5344CB8AC3E}">
        <p14:creationId xmlns:p14="http://schemas.microsoft.com/office/powerpoint/2010/main" val="4118156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  <p:sldLayoutId id="2147483740" r:id="rId12"/>
    <p:sldLayoutId id="2147483741" r:id="rId13"/>
    <p:sldLayoutId id="2147483742" r:id="rId14"/>
    <p:sldLayoutId id="2147483743" r:id="rId15"/>
    <p:sldLayoutId id="2147483744" r:id="rId16"/>
    <p:sldLayoutId id="2147483745" r:id="rId17"/>
    <p:sldLayoutId id="2147483746" r:id="rId18"/>
    <p:sldLayoutId id="2147483747" r:id="rId19"/>
    <p:sldLayoutId id="2147483748" r:id="rId20"/>
    <p:sldLayoutId id="2147483749" r:id="rId21"/>
    <p:sldLayoutId id="2147483750" r:id="rId22"/>
    <p:sldLayoutId id="2147483751" r:id="rId23"/>
    <p:sldLayoutId id="2147483752" r:id="rId24"/>
    <p:sldLayoutId id="2147483753" r:id="rId25"/>
    <p:sldLayoutId id="2147483754" r:id="rId26"/>
    <p:sldLayoutId id="2147483755" r:id="rId27"/>
    <p:sldLayoutId id="2147483756" r:id="rId28"/>
    <p:sldLayoutId id="2147483757" r:id="rId29"/>
    <p:sldLayoutId id="2147483758" r:id="rId30"/>
    <p:sldLayoutId id="2147483759" r:id="rId31"/>
    <p:sldLayoutId id="2147483760" r:id="rId32"/>
    <p:sldLayoutId id="2147483761" r:id="rId33"/>
    <p:sldLayoutId id="2147483762" r:id="rId34"/>
    <p:sldLayoutId id="2147483763" r:id="rId35"/>
    <p:sldLayoutId id="2147483764" r:id="rId36"/>
    <p:sldLayoutId id="2147483765" r:id="rId37"/>
    <p:sldLayoutId id="2147483766" r:id="rId38"/>
    <p:sldLayoutId id="2147483767" r:id="rId39"/>
    <p:sldLayoutId id="2147483768" r:id="rId40"/>
    <p:sldLayoutId id="2147483769" r:id="rId41"/>
    <p:sldLayoutId id="2147483770" r:id="rId42"/>
    <p:sldLayoutId id="2147483771" r:id="rId43"/>
    <p:sldLayoutId id="2147483772" r:id="rId44"/>
    <p:sldLayoutId id="2147484180" r:id="rId45"/>
  </p:sldLayoutIdLst>
  <p:txStyles>
    <p:titleStyle>
      <a:lvl1pPr algn="l" defTabSz="914386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7" indent="-228597" algn="l" defTabSz="91438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0" indent="-228597" algn="l" defTabSz="9143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2" indent="-228597" algn="l" defTabSz="9143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76" indent="-228597" algn="l" defTabSz="9143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70" indent="-228597" algn="l" defTabSz="9143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62" indent="-228597" algn="l" defTabSz="9143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55" indent="-228597" algn="l" defTabSz="9143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49" indent="-228597" algn="l" defTabSz="9143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42" indent="-228597" algn="l" defTabSz="91438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4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86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79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73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66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58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52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46" algn="l" defTabSz="914386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pos="240">
          <p15:clr>
            <a:srgbClr val="F26B43"/>
          </p15:clr>
        </p15:guide>
        <p15:guide id="4" pos="74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E2A94194-466B-3B85-3BBE-9B21CABA496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18700560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6" imgW="347" imgH="348" progId="TCLayout.ActiveDocument.1">
                  <p:embed/>
                </p:oleObj>
              </mc:Choice>
              <mc:Fallback>
                <p:oleObj name="think-cell Slide" r:id="rId16" imgW="347" imgH="34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E2A94194-466B-3B85-3BBE-9B21CABA49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l" descr="                              Dell - Internal Use - Confidential&#10;">
            <a:extLst>
              <a:ext uri="{FF2B5EF4-FFF2-40B4-BE49-F238E27FC236}">
                <a16:creationId xmlns:a16="http://schemas.microsoft.com/office/drawing/2014/main" id="{786D398D-DD5C-4078-8274-379C83B07C65}"/>
              </a:ext>
            </a:extLst>
          </p:cNvPr>
          <p:cNvSpPr txBox="1"/>
          <p:nvPr userDrawn="1"/>
        </p:nvSpPr>
        <p:spPr>
          <a:xfrm>
            <a:off x="5600137" y="6706263"/>
            <a:ext cx="1009892" cy="92398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marL="0" marR="0" indent="0" algn="l" defTabSz="1219080" rtl="0" eaLnBrk="1" fontAlgn="base" latinLnBrk="0" hangingPunct="1">
              <a:lnSpc>
                <a:spcPct val="90000"/>
              </a:lnSpc>
              <a:spcBef>
                <a:spcPts val="133"/>
              </a:spcBef>
              <a:spcAft>
                <a:spcPts val="133"/>
              </a:spcAft>
              <a:buClrTx/>
              <a:buSzTx/>
              <a:buFontTx/>
              <a:buNone/>
              <a:tabLst/>
              <a:defRPr/>
            </a:pPr>
            <a:r>
              <a:rPr lang="en-US" sz="667" b="0" i="0" u="none" baseline="0">
                <a:solidFill>
                  <a:srgbClr val="808080"/>
                </a:solidFill>
                <a:latin typeface="Arial" panose="020B0604020202020204" pitchFamily="34" charset="0"/>
              </a:rPr>
              <a:t>© Copyright 2020 Dell Inc.</a:t>
            </a:r>
          </a:p>
        </p:txBody>
      </p:sp>
      <p:sp>
        <p:nvSpPr>
          <p:cNvPr id="11" name="TextBox 19">
            <a:extLst>
              <a:ext uri="{FF2B5EF4-FFF2-40B4-BE49-F238E27FC236}">
                <a16:creationId xmlns:a16="http://schemas.microsoft.com/office/drawing/2014/main" id="{82E68752-7C9A-4682-A834-9D61B1717556}"/>
              </a:ext>
            </a:extLst>
          </p:cNvPr>
          <p:cNvSpPr txBox="1"/>
          <p:nvPr userDrawn="1"/>
        </p:nvSpPr>
        <p:spPr>
          <a:xfrm>
            <a:off x="5140350" y="6706263"/>
            <a:ext cx="105798" cy="92398"/>
          </a:xfrm>
          <a:prstGeom prst="rect">
            <a:avLst/>
          </a:prstGeom>
        </p:spPr>
        <p:txBody>
          <a:bodyPr vert="horz" wrap="none" lIns="0" tIns="0" rIns="0" bIns="0" rtlCol="0" anchor="ctr" anchorCtr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bg1"/>
              </a:buClr>
            </a:pPr>
            <a:fld id="{58EC7406-F4CC-4ABF-902E-2AF4E70E5C0F}" type="slidenum">
              <a:rPr lang="en-US" sz="667" b="0" kern="1200" smtClean="0">
                <a:solidFill>
                  <a:srgbClr val="808080"/>
                </a:solidFill>
                <a:latin typeface="Arial" panose="020B0604020202020204" pitchFamily="34" charset="0"/>
                <a:ea typeface="+mn-ea"/>
                <a:cs typeface="+mn-cs"/>
              </a:rPr>
              <a:pPr algn="r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>
                  <a:schemeClr val="bg1"/>
                </a:buClr>
              </a:pPr>
              <a:t>‹#›</a:t>
            </a:fld>
            <a:endParaRPr lang="en-US" sz="667" b="0" kern="1200">
              <a:solidFill>
                <a:srgbClr val="808080"/>
              </a:solidFill>
              <a:latin typeface="Arial" panose="020B0604020202020204" pitchFamily="34" charset="0"/>
              <a:ea typeface="+mn-ea"/>
              <a:cs typeface="+mn-c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42A8109-E492-4870-82D2-8E73695DFE60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35055" y="6612752"/>
            <a:ext cx="1438656" cy="187024"/>
          </a:xfrm>
          <a:prstGeom prst="rect">
            <a:avLst/>
          </a:prstGeom>
        </p:spPr>
      </p:pic>
      <p:sp>
        <p:nvSpPr>
          <p:cNvPr id="2" name="MSIPCMContentMarking" descr="{&quot;HashCode&quot;:-1876667767,&quot;Placement&quot;:&quot;Footer&quot;,&quot;Top&quot;:523.380066,&quot;Left&quot;:0.0,&quot;SlideWidth&quot;:960,&quot;SlideHeight&quot;:540}">
            <a:extLst>
              <a:ext uri="{FF2B5EF4-FFF2-40B4-BE49-F238E27FC236}">
                <a16:creationId xmlns:a16="http://schemas.microsoft.com/office/drawing/2014/main" id="{77A9DEFE-FDE9-FE70-88C5-854B274C804C}"/>
              </a:ext>
            </a:extLst>
          </p:cNvPr>
          <p:cNvSpPr txBox="1"/>
          <p:nvPr userDrawn="1"/>
        </p:nvSpPr>
        <p:spPr>
          <a:xfrm>
            <a:off x="0" y="6646927"/>
            <a:ext cx="1185008" cy="21107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700">
                <a:solidFill>
                  <a:srgbClr val="737373"/>
                </a:solidFill>
                <a:latin typeface="Calibri" panose="020F0502020204030204" pitchFamily="34" charset="0"/>
              </a:rPr>
              <a:t>Internal Use - Confidential</a:t>
            </a:r>
          </a:p>
        </p:txBody>
      </p:sp>
    </p:spTree>
    <p:extLst>
      <p:ext uri="{BB962C8B-B14F-4D97-AF65-F5344CB8AC3E}">
        <p14:creationId xmlns:p14="http://schemas.microsoft.com/office/powerpoint/2010/main" val="863343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5" r:id="rId1"/>
    <p:sldLayoutId id="2147483936" r:id="rId2"/>
    <p:sldLayoutId id="2147483937" r:id="rId3"/>
    <p:sldLayoutId id="2147483938" r:id="rId4"/>
    <p:sldLayoutId id="2147483939" r:id="rId5"/>
    <p:sldLayoutId id="2147483940" r:id="rId6"/>
    <p:sldLayoutId id="2147483941" r:id="rId7"/>
    <p:sldLayoutId id="2147483942" r:id="rId8"/>
    <p:sldLayoutId id="2147483943" r:id="rId9"/>
    <p:sldLayoutId id="2147483944" r:id="rId10"/>
    <p:sldLayoutId id="2147483945" r:id="rId11"/>
    <p:sldLayoutId id="2147483946" r:id="rId12"/>
    <p:sldLayoutId id="2147483947" r:id="rId13"/>
  </p:sldLayoutIdLst>
  <p:txStyles>
    <p:titleStyle>
      <a:lvl1pPr algn="l" defTabSz="914332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4" indent="-228584" algn="l" defTabSz="91433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5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1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8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47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12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F26B43"/>
          </p15:clr>
        </p15:guide>
        <p15:guide id="2" orient="horz" pos="1620">
          <p15:clr>
            <a:srgbClr val="F26B43"/>
          </p15:clr>
        </p15:guide>
        <p15:guide id="3" pos="180">
          <p15:clr>
            <a:srgbClr val="F26B43"/>
          </p15:clr>
        </p15:guide>
        <p15:guide id="4" pos="55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28.png"/><Relationship Id="rId2" Type="http://schemas.openxmlformats.org/officeDocument/2006/relationships/slideLayout" Target="../slideLayouts/slideLayout45.xml"/><Relationship Id="rId1" Type="http://schemas.openxmlformats.org/officeDocument/2006/relationships/tags" Target="../tags/tag2.xml"/><Relationship Id="rId6" Type="http://schemas.openxmlformats.org/officeDocument/2006/relationships/image" Target="../media/image5.png"/><Relationship Id="rId5" Type="http://schemas.openxmlformats.org/officeDocument/2006/relationships/hyperlink" Target="https://edutube.dell.com/html5/playlistmain.htm?pno=KFljzX%7C@$@%7CBUBpyY6MAFe%7C@$@%7CEBQ==" TargetMode="External"/><Relationship Id="rId4" Type="http://schemas.openxmlformats.org/officeDocument/2006/relationships/image" Target="../media/image2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F453D-438D-CE88-254B-FFFE55E5A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538FF18-A7E8-6995-2462-239D1FD50F52}"/>
              </a:ext>
            </a:extLst>
          </p:cNvPr>
          <p:cNvSpPr txBox="1"/>
          <p:nvPr/>
        </p:nvSpPr>
        <p:spPr>
          <a:xfrm>
            <a:off x="3681807" y="30389"/>
            <a:ext cx="8553623" cy="6775935"/>
          </a:xfrm>
          <a:prstGeom prst="rect">
            <a:avLst/>
          </a:prstGeom>
          <a:solidFill>
            <a:schemeClr val="tx2">
              <a:lumMod val="95000"/>
            </a:schemeClr>
          </a:solidFill>
        </p:spPr>
        <p:txBody>
          <a:bodyPr vert="eaVert"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9" name="Picture 8" descr="A person in a suit using a computer&#10;&#10;Description automatically generated">
            <a:extLst>
              <a:ext uri="{FF2B5EF4-FFF2-40B4-BE49-F238E27FC236}">
                <a16:creationId xmlns:a16="http://schemas.microsoft.com/office/drawing/2014/main" id="{229F2D0B-984B-EA26-CED6-B4DF2FD830A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685" t="-523" r="32670" b="201"/>
          <a:stretch/>
        </p:blipFill>
        <p:spPr>
          <a:xfrm flipH="1">
            <a:off x="-5" y="-42651"/>
            <a:ext cx="3638379" cy="690065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8E413E4-0AFA-B7E1-E402-83C4CC96CDF6}"/>
              </a:ext>
            </a:extLst>
          </p:cNvPr>
          <p:cNvSpPr/>
          <p:nvPr/>
        </p:nvSpPr>
        <p:spPr>
          <a:xfrm>
            <a:off x="175128" y="259088"/>
            <a:ext cx="3638379" cy="6651583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39000">
                <a:srgbClr val="183D98">
                  <a:alpha val="16000"/>
                </a:srgbClr>
              </a:gs>
              <a:gs pos="72000">
                <a:srgbClr val="061952">
                  <a:alpha val="47000"/>
                </a:srgbClr>
              </a:gs>
              <a:gs pos="100000">
                <a:srgbClr val="061952"/>
              </a:gs>
            </a:gsLst>
            <a:lin ang="162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DAAEAFE-920A-B2EB-D205-BCE5C39A1E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38376" y="-1332"/>
            <a:ext cx="8553623" cy="6859332"/>
          </a:xfrm>
          <a:prstGeom prst="rect">
            <a:avLst/>
          </a:prstGeom>
          <a:solidFill>
            <a:srgbClr val="092B9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8FB594A9-A001-7E3D-4495-C7F54215A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011" y="89277"/>
            <a:ext cx="3335464" cy="1357295"/>
          </a:xfrm>
        </p:spPr>
        <p:txBody>
          <a:bodyPr/>
          <a:lstStyle/>
          <a:p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Arial Nova Light" panose="020B0304020202020204" pitchFamily="34" charset="0"/>
                <a:ea typeface="+mn-ea"/>
                <a:cs typeface="+mn-cs"/>
              </a:rPr>
              <a:t>AI Sales Masterclass </a:t>
            </a:r>
            <a:b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E5F8FF"/>
                </a:solidFill>
                <a:effectLst/>
                <a:uLnTx/>
                <a:uFillTx/>
                <a:latin typeface="Arial Nova Light" panose="020B0304020202020204" pitchFamily="34" charset="0"/>
                <a:ea typeface="+mn-ea"/>
                <a:cs typeface="+mn-cs"/>
              </a:rPr>
            </a:b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E5F8FF"/>
                </a:solidFill>
                <a:effectLst/>
                <a:uLnTx/>
                <a:uFillTx/>
                <a:latin typeface="Arial Nova Light" panose="020B0304020202020204" pitchFamily="34" charset="0"/>
                <a:ea typeface="+mn-ea"/>
                <a:cs typeface="+mn-cs"/>
              </a:rPr>
              <a:t>Learn. Innovate. Dominate</a:t>
            </a:r>
            <a:b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E5F8FF"/>
                </a:solidFill>
                <a:effectLst/>
                <a:uLnTx/>
                <a:uFillTx/>
                <a:latin typeface="Arial Nova Light" panose="020B0304020202020204" pitchFamily="34" charset="0"/>
                <a:ea typeface="+mn-ea"/>
                <a:cs typeface="+mn-cs"/>
              </a:rPr>
            </a:br>
            <a:endParaRPr lang="en-US" sz="120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35A3DFB-C6B5-C63E-6F8A-34A94E4AB254}"/>
              </a:ext>
            </a:extLst>
          </p:cNvPr>
          <p:cNvSpPr txBox="1"/>
          <p:nvPr/>
        </p:nvSpPr>
        <p:spPr>
          <a:xfrm>
            <a:off x="91094" y="2035453"/>
            <a:ext cx="3170916" cy="32501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Join us for comprehensive training series designed to empower our sales team with the knowledge and skills needed to leverage and promote our Generative AI portfolio effectively. </a:t>
            </a:r>
          </a:p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This campaign focuses on Education, Opportunity Identification, Product Proficiency, Sales Techniques, and Practical Application.</a:t>
            </a:r>
          </a:p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sz="1400" dirty="0">
              <a:solidFill>
                <a:srgbClr val="FFFFFF"/>
              </a:solidFill>
              <a:latin typeface="Arial"/>
            </a:endParaRPr>
          </a:p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400" dirty="0">
                <a:solidFill>
                  <a:srgbClr val="FFFFFF"/>
                </a:solidFill>
                <a:latin typeface="Arial"/>
              </a:rPr>
              <a:t>Watch in EDUTUBE:</a:t>
            </a:r>
          </a:p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sz="1400" dirty="0">
              <a:solidFill>
                <a:srgbClr val="FFFFFF"/>
              </a:solidFill>
              <a:latin typeface="Arial"/>
            </a:endParaRPr>
          </a:p>
          <a:p>
            <a:pPr lvl="0" defTabSz="914377">
              <a:lnSpc>
                <a:spcPct val="90000"/>
              </a:lnSpc>
              <a:spcBef>
                <a:spcPts val="300"/>
              </a:spcBef>
              <a:defRPr/>
            </a:pPr>
            <a:r>
              <a:rPr lang="en-US" dirty="0">
                <a:solidFill>
                  <a:schemeClr val="tx2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 Sales Masterclass | Dell Technologies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4CCE151-19AE-2283-96A1-0834D9A80D84}"/>
              </a:ext>
            </a:extLst>
          </p:cNvPr>
          <p:cNvSpPr/>
          <p:nvPr/>
        </p:nvSpPr>
        <p:spPr>
          <a:xfrm>
            <a:off x="261246" y="1655267"/>
            <a:ext cx="728443" cy="105447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018BAB4-5E3C-3EEF-A8B6-ADC74D71DC98}"/>
              </a:ext>
            </a:extLst>
          </p:cNvPr>
          <p:cNvSpPr txBox="1"/>
          <p:nvPr/>
        </p:nvSpPr>
        <p:spPr>
          <a:xfrm>
            <a:off x="3899623" y="47925"/>
            <a:ext cx="8201283" cy="4785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4BB5E"/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Summary</a:t>
            </a:r>
          </a:p>
          <a:p>
            <a:pPr>
              <a:defRPr/>
            </a:pPr>
            <a:r>
              <a:rPr lang="en-US" sz="1500" dirty="0">
                <a:solidFill>
                  <a:srgbClr val="FFFFFF"/>
                </a:solidFill>
                <a:latin typeface="Arial Nova Light"/>
              </a:rPr>
              <a:t>The training sessions successfully engaged a highly receptive Services Sales audience. Beyond simply presenting offer launch details, the sessions fostered an open and collaborative environment where participants could exchange real-world experiences and gain practical tools to strengthen their customer conversations.</a:t>
            </a:r>
          </a:p>
          <a:p>
            <a:pPr>
              <a:defRPr/>
            </a:pPr>
            <a:endParaRPr lang="en-US" sz="1500" dirty="0">
              <a:solidFill>
                <a:srgbClr val="FFFFFF"/>
              </a:solidFill>
              <a:latin typeface="Arial Nova Light"/>
            </a:endParaRPr>
          </a:p>
          <a:p>
            <a:pPr>
              <a:defRPr/>
            </a:pPr>
            <a:r>
              <a:rPr lang="en-US" sz="1500" dirty="0">
                <a:solidFill>
                  <a:srgbClr val="FFFFFF"/>
                </a:solidFill>
                <a:latin typeface="Arial Nova Light"/>
              </a:rPr>
              <a:t>Key Strengths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en-US" sz="1500" dirty="0">
                <a:solidFill>
                  <a:srgbClr val="FFFFFF"/>
                </a:solidFill>
                <a:latin typeface="Arial Nova Light"/>
              </a:rPr>
              <a:t>Unified Forum: Created a single go-to space for introducing, reviewing, and discussing Generative AI Services with the Services Sales community.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en-US" sz="1500" dirty="0">
                <a:solidFill>
                  <a:srgbClr val="FFFFFF"/>
                </a:solidFill>
                <a:latin typeface="Arial Nova Light"/>
              </a:rPr>
              <a:t>Knowledge Sharing: Encouraged the exchange of wins, best practices, and real-world success stories to inspire peers and accelerate adoption.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en-US" sz="1500" dirty="0">
                <a:solidFill>
                  <a:srgbClr val="FFFFFF"/>
                </a:solidFill>
                <a:latin typeface="Arial Nova Light"/>
              </a:rPr>
              <a:t>Practical Enablement: Equipped sellers with actionable tools and approaches to enhance their AI conversations with customers.</a:t>
            </a:r>
          </a:p>
          <a:p>
            <a:pPr>
              <a:defRPr/>
            </a:pPr>
            <a:endParaRPr lang="en-US" sz="1500" dirty="0">
              <a:solidFill>
                <a:srgbClr val="FFFFFF"/>
              </a:solidFill>
              <a:latin typeface="Arial Nova Light"/>
            </a:endParaRPr>
          </a:p>
          <a:p>
            <a:pPr>
              <a:defRPr/>
            </a:pPr>
            <a:r>
              <a:rPr lang="en-US" sz="1500" dirty="0">
                <a:solidFill>
                  <a:srgbClr val="FFFFFF"/>
                </a:solidFill>
                <a:latin typeface="Arial Nova Light"/>
              </a:rPr>
              <a:t>Opportunities to Expand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en-US" sz="1500" dirty="0">
                <a:solidFill>
                  <a:srgbClr val="FFFFFF"/>
                </a:solidFill>
                <a:latin typeface="Arial Nova Light"/>
              </a:rPr>
              <a:t>Broader Audience: Extend participation to Core Sellers to amplify impact and alignment across all sales motions.</a:t>
            </a:r>
          </a:p>
          <a:p>
            <a:pPr marL="342900" indent="-342900">
              <a:buFont typeface="+mj-lt"/>
              <a:buAutoNum type="arabicPeriod"/>
              <a:defRPr/>
            </a:pPr>
            <a:r>
              <a:rPr lang="en-US" sz="1500" dirty="0">
                <a:solidFill>
                  <a:srgbClr val="FFFFFF"/>
                </a:solidFill>
                <a:latin typeface="Arial Nova Light"/>
              </a:rPr>
              <a:t>Enablement Integration: Work with Sales Enablement teams to secure an official recurring slot under the new framework, ensuring continuity and visibility.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1500" dirty="0">
              <a:solidFill>
                <a:srgbClr val="FFFFFF"/>
              </a:solidFill>
              <a:latin typeface="Arial Nova Light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D157E31B-B84C-DC87-ADD4-FA15DBC096D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03083" y="6451744"/>
            <a:ext cx="1438648" cy="187024"/>
          </a:xfrm>
          <a:prstGeom prst="rect">
            <a:avLst/>
          </a:prstGeom>
        </p:spPr>
      </p:pic>
      <p:sp>
        <p:nvSpPr>
          <p:cNvPr id="36" name="MSIPCMContentMarking" descr="{&quot;HashCode&quot;:-1876667767,&quot;Placement&quot;:&quot;Footer&quot;,&quot;Top&quot;:523.380066,&quot;Left&quot;:0.0,&quot;SlideWidth&quot;:960,&quot;SlideHeight&quot;:540}">
            <a:extLst>
              <a:ext uri="{FF2B5EF4-FFF2-40B4-BE49-F238E27FC236}">
                <a16:creationId xmlns:a16="http://schemas.microsoft.com/office/drawing/2014/main" id="{A9B805DA-63B5-C26A-EBE8-83B320ABE7FA}"/>
              </a:ext>
            </a:extLst>
          </p:cNvPr>
          <p:cNvSpPr txBox="1"/>
          <p:nvPr/>
        </p:nvSpPr>
        <p:spPr>
          <a:xfrm>
            <a:off x="0" y="6698602"/>
            <a:ext cx="1185008" cy="107722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>
                <a:ln>
                  <a:noFill/>
                </a:ln>
                <a:solidFill>
                  <a:srgbClr val="0672CB">
                    <a:lumMod val="20000"/>
                    <a:lumOff val="8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Internal Use - Confidential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4A9380C-6957-4E3C-BC3E-170DC87E53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1660301"/>
              </p:ext>
            </p:extLst>
          </p:nvPr>
        </p:nvGraphicFramePr>
        <p:xfrm>
          <a:off x="3923285" y="4688804"/>
          <a:ext cx="7918447" cy="2138807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{C4B1156A-380E-4F78-BDF5-A606A8083BF9}</a:tableStyleId>
              </a:tblPr>
              <a:tblGrid>
                <a:gridCol w="5976495">
                  <a:extLst>
                    <a:ext uri="{9D8B030D-6E8A-4147-A177-3AD203B41FA5}">
                      <a16:colId xmlns:a16="http://schemas.microsoft.com/office/drawing/2014/main" val="3872975587"/>
                    </a:ext>
                  </a:extLst>
                </a:gridCol>
                <a:gridCol w="1063689">
                  <a:extLst>
                    <a:ext uri="{9D8B030D-6E8A-4147-A177-3AD203B41FA5}">
                      <a16:colId xmlns:a16="http://schemas.microsoft.com/office/drawing/2014/main" val="380459601"/>
                    </a:ext>
                  </a:extLst>
                </a:gridCol>
                <a:gridCol w="878263">
                  <a:extLst>
                    <a:ext uri="{9D8B030D-6E8A-4147-A177-3AD203B41FA5}">
                      <a16:colId xmlns:a16="http://schemas.microsoft.com/office/drawing/2014/main" val="3621029708"/>
                    </a:ext>
                  </a:extLst>
                </a:gridCol>
              </a:tblGrid>
              <a:tr h="330918">
                <a:tc>
                  <a:txBody>
                    <a:bodyPr/>
                    <a:lstStyle/>
                    <a:p>
                      <a:r>
                        <a:rPr lang="en-US" sz="1400" noProof="0" dirty="0">
                          <a:solidFill>
                            <a:schemeClr val="tx2"/>
                          </a:solidFill>
                        </a:rPr>
                        <a:t>Session Topic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noProof="0" dirty="0">
                          <a:solidFill>
                            <a:schemeClr val="tx2"/>
                          </a:solidFill>
                        </a:rPr>
                        <a:t>Date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noProof="0" dirty="0">
                          <a:solidFill>
                            <a:schemeClr val="tx2"/>
                          </a:solidFill>
                        </a:rPr>
                        <a:t># aud</a:t>
                      </a:r>
                      <a:endParaRPr lang="en-US" sz="1400" noProof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3104237"/>
                  </a:ext>
                </a:extLst>
              </a:tr>
              <a:tr h="330918">
                <a:tc>
                  <a:txBody>
                    <a:bodyPr/>
                    <a:lstStyle/>
                    <a:p>
                      <a:r>
                        <a:rPr lang="en-US" sz="1200" b="1" kern="1200" noProof="0" dirty="0">
                          <a:solidFill>
                            <a:schemeClr val="tx2"/>
                          </a:solidFill>
                        </a:rPr>
                        <a:t>1. Surfing the AI Opportunity in FY26 </a:t>
                      </a:r>
                      <a:endParaRPr lang="en-US" sz="1200" b="1" kern="1200" noProof="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noProof="0" dirty="0">
                          <a:solidFill>
                            <a:schemeClr val="tx2"/>
                          </a:solidFill>
                        </a:rPr>
                        <a:t>04/18 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noProof="0" dirty="0">
                          <a:solidFill>
                            <a:schemeClr val="tx2"/>
                          </a:solidFill>
                        </a:rPr>
                        <a:t>351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4805744"/>
                  </a:ext>
                </a:extLst>
              </a:tr>
              <a:tr h="330918">
                <a:tc>
                  <a:txBody>
                    <a:bodyPr/>
                    <a:lstStyle/>
                    <a:p>
                      <a:r>
                        <a:rPr lang="en-US" sz="1200" b="1" kern="1200" dirty="0">
                          <a:solidFill>
                            <a:schemeClr val="tx2"/>
                          </a:solidFill>
                        </a:rPr>
                        <a:t>2. Data – Hero or Villain</a:t>
                      </a:r>
                      <a:endParaRPr lang="en-US" sz="1200" b="1" kern="1200" noProof="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noProof="0" dirty="0">
                          <a:solidFill>
                            <a:schemeClr val="tx2"/>
                          </a:solidFill>
                        </a:rPr>
                        <a:t>05/09  </a:t>
                      </a:r>
                      <a:endParaRPr lang="en-US" sz="1400" b="1" noProof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noProof="0" dirty="0">
                          <a:solidFill>
                            <a:schemeClr val="tx2"/>
                          </a:solidFill>
                        </a:rPr>
                        <a:t>287</a:t>
                      </a:r>
                      <a:endParaRPr lang="en-US" sz="1400" b="1" noProof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9299776"/>
                  </a:ext>
                </a:extLst>
              </a:tr>
              <a:tr h="443433">
                <a:tc>
                  <a:txBody>
                    <a:bodyPr/>
                    <a:lstStyle/>
                    <a:p>
                      <a:r>
                        <a:rPr lang="en-US" sz="1200" b="1" kern="1200" noProof="0" dirty="0">
                          <a:solidFill>
                            <a:schemeClr val="tx2"/>
                          </a:solidFill>
                        </a:rPr>
                        <a:t>3. Realize AI with Platform Implementation and Design AI Networking Services</a:t>
                      </a:r>
                      <a:endParaRPr lang="en-US" sz="1200" b="1" kern="1200" noProof="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noProof="0" dirty="0">
                          <a:solidFill>
                            <a:schemeClr val="tx2"/>
                          </a:solidFill>
                        </a:rPr>
                        <a:t>06/13 </a:t>
                      </a:r>
                      <a:endParaRPr lang="en-US" sz="1400" b="1" noProof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noProof="0" dirty="0">
                          <a:solidFill>
                            <a:schemeClr val="tx2"/>
                          </a:solidFill>
                        </a:rPr>
                        <a:t>278</a:t>
                      </a:r>
                      <a:endParaRPr lang="en-US" sz="1400" b="1" noProof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0395701"/>
                  </a:ext>
                </a:extLst>
              </a:tr>
              <a:tr h="371702">
                <a:tc>
                  <a:txBody>
                    <a:bodyPr/>
                    <a:lstStyle/>
                    <a:p>
                      <a:r>
                        <a:rPr lang="en-US" sz="1200" b="1" kern="1200" noProof="0" dirty="0">
                          <a:solidFill>
                            <a:schemeClr val="tx2"/>
                          </a:solidFill>
                        </a:rPr>
                        <a:t>4. Starting Customer AI and Data Journey &amp; Introduction to GenAI Services R7</a:t>
                      </a:r>
                      <a:endParaRPr lang="en-US" sz="1200" b="1" kern="1200" noProof="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noProof="0" dirty="0">
                          <a:solidFill>
                            <a:schemeClr val="tx2"/>
                          </a:solidFill>
                        </a:rPr>
                        <a:t>06/27 </a:t>
                      </a:r>
                      <a:endParaRPr lang="en-US" sz="1400" b="1" noProof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noProof="0" dirty="0">
                          <a:solidFill>
                            <a:schemeClr val="tx2"/>
                          </a:solidFill>
                        </a:rPr>
                        <a:t>250</a:t>
                      </a:r>
                      <a:endParaRPr lang="en-US" sz="1400" b="1" noProof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3549802"/>
                  </a:ext>
                </a:extLst>
              </a:tr>
              <a:tr h="330918">
                <a:tc>
                  <a:txBody>
                    <a:bodyPr/>
                    <a:lstStyle/>
                    <a:p>
                      <a:pPr marL="0" algn="l" defTabSz="914386" rtl="0" eaLnBrk="1" latinLnBrk="0" hangingPunct="1"/>
                      <a:r>
                        <a:rPr lang="en-US" sz="1200" b="1" kern="1200" dirty="0">
                          <a:solidFill>
                            <a:schemeClr val="tx2"/>
                          </a:solidFill>
                        </a:rPr>
                        <a:t>5. GenAI: Beyond the Hype</a:t>
                      </a:r>
                      <a:endParaRPr lang="en-US" sz="1200" b="1" kern="1200" noProof="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noProof="0" dirty="0">
                          <a:solidFill>
                            <a:schemeClr val="tx2"/>
                          </a:solidFill>
                        </a:rPr>
                        <a:t>08/29 </a:t>
                      </a:r>
                      <a:endParaRPr lang="en-US" sz="1400" b="1" noProof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 noProof="0" dirty="0">
                          <a:solidFill>
                            <a:schemeClr val="tx2"/>
                          </a:solidFill>
                        </a:rPr>
                        <a:t>266</a:t>
                      </a:r>
                      <a:endParaRPr lang="en-US" sz="1400" b="1" noProof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509811"/>
                  </a:ext>
                </a:extLst>
              </a:tr>
            </a:tbl>
          </a:graphicData>
        </a:graphic>
      </p:graphicFrame>
      <p:pic>
        <p:nvPicPr>
          <p:cNvPr id="5" name="Picture 4" descr="Generated image">
            <a:extLst>
              <a:ext uri="{FF2B5EF4-FFF2-40B4-BE49-F238E27FC236}">
                <a16:creationId xmlns:a16="http://schemas.microsoft.com/office/drawing/2014/main" id="{06648964-00E4-2E1D-7505-EB182F93AE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6441" y="-387003"/>
            <a:ext cx="1534273" cy="1534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462230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Dell Tech template">
  <a:themeElements>
    <a:clrScheme name="DT 2023">
      <a:dk1>
        <a:srgbClr val="808080"/>
      </a:dk1>
      <a:lt1>
        <a:srgbClr val="0672CB"/>
      </a:lt1>
      <a:dk2>
        <a:srgbClr val="FFFFFF"/>
      </a:dk2>
      <a:lt2>
        <a:srgbClr val="000000"/>
      </a:lt2>
      <a:accent1>
        <a:srgbClr val="0D2155"/>
      </a:accent1>
      <a:accent2>
        <a:srgbClr val="247554"/>
      </a:accent2>
      <a:accent3>
        <a:srgbClr val="F4BB5E"/>
      </a:accent3>
      <a:accent4>
        <a:srgbClr val="E5F8FF"/>
      </a:accent4>
      <a:accent5>
        <a:srgbClr val="691D3F"/>
      </a:accent5>
      <a:accent6>
        <a:srgbClr val="0C32A4"/>
      </a:accent6>
      <a:hlink>
        <a:srgbClr val="0672CB"/>
      </a:hlink>
      <a:folHlink>
        <a:srgbClr val="612CB0"/>
      </a:folHlink>
    </a:clrScheme>
    <a:fontScheme name="Custom 1">
      <a:majorFont>
        <a:latin typeface="Arial Nova Light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12700">
          <a:solidFill>
            <a:schemeClr val="bg2"/>
          </a:solidFill>
        </a:ln>
      </a:spPr>
      <a:bodyPr rtlCol="0" anchor="ctr"/>
      <a:lstStyle>
        <a:defPPr algn="ctr">
          <a:defRPr sz="1200" dirty="0" smtClean="0">
            <a:solidFill>
              <a:schemeClr val="bg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ctr">
          <a:defRPr dirty="0" smtClean="0">
            <a:solidFill>
              <a:schemeClr val="bg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_Template_Redesign_Final  -  Read-Only" id="{C06D947A-FEEA-4F78-B56B-C88BEC689CD2}" vid="{0F200309-FEE7-4483-B31D-CC3CC69156FE}"/>
    </a:ext>
  </a:extLst>
</a:theme>
</file>

<file path=ppt/theme/theme2.xml><?xml version="1.0" encoding="utf-8"?>
<a:theme xmlns:a="http://schemas.openxmlformats.org/drawingml/2006/main" name="3_Dell Tech template">
  <a:themeElements>
    <a:clrScheme name="Dell New VID">
      <a:dk1>
        <a:srgbClr val="444444"/>
      </a:dk1>
      <a:lt1>
        <a:srgbClr val="0076CE"/>
      </a:lt1>
      <a:dk2>
        <a:srgbClr val="FFFFFF"/>
      </a:dk2>
      <a:lt2>
        <a:srgbClr val="000000"/>
      </a:lt2>
      <a:accent1>
        <a:srgbClr val="00447C"/>
      </a:accent1>
      <a:accent2>
        <a:srgbClr val="6EA204"/>
      </a:accent2>
      <a:accent3>
        <a:srgbClr val="F2AF00"/>
      </a:accent3>
      <a:accent4>
        <a:srgbClr val="EE6411"/>
      </a:accent4>
      <a:accent5>
        <a:srgbClr val="CE1126"/>
      </a:accent5>
      <a:accent6>
        <a:srgbClr val="41B6E6"/>
      </a:accent6>
      <a:hlink>
        <a:srgbClr val="0076CE"/>
      </a:hlink>
      <a:folHlink>
        <a:srgbClr val="6E2585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12700">
          <a:solidFill>
            <a:schemeClr val="bg2"/>
          </a:solidFill>
        </a:ln>
      </a:spPr>
      <a:bodyPr rtlCol="0" anchor="ctr"/>
      <a:lstStyle>
        <a:defPPr algn="ctr">
          <a:defRPr sz="1200" dirty="0" smtClean="0">
            <a:solidFill>
              <a:schemeClr val="bg2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ctr">
          <a:defRPr sz="18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054BDF36-A97E-4A22-BC11-77DEE69A9A96}" vid="{15AC80A3-E726-423B-9D4F-C2BDB3861679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Dell New VID">
    <a:dk1>
      <a:srgbClr val="444444"/>
    </a:dk1>
    <a:lt1>
      <a:srgbClr val="0076CE"/>
    </a:lt1>
    <a:dk2>
      <a:srgbClr val="FFFFFF"/>
    </a:dk2>
    <a:lt2>
      <a:srgbClr val="000000"/>
    </a:lt2>
    <a:accent1>
      <a:srgbClr val="00447C"/>
    </a:accent1>
    <a:accent2>
      <a:srgbClr val="6EA204"/>
    </a:accent2>
    <a:accent3>
      <a:srgbClr val="F2AF00"/>
    </a:accent3>
    <a:accent4>
      <a:srgbClr val="EE6411"/>
    </a:accent4>
    <a:accent5>
      <a:srgbClr val="CE1126"/>
    </a:accent5>
    <a:accent6>
      <a:srgbClr val="41B6E6"/>
    </a:accent6>
    <a:hlink>
      <a:srgbClr val="0076CE"/>
    </a:hlink>
    <a:folHlink>
      <a:srgbClr val="6E2585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117F5D6D1FC9F468E572D5EA9561F26" ma:contentTypeVersion="14" ma:contentTypeDescription="Create a new document." ma:contentTypeScope="" ma:versionID="d8249b45d913b89ee642578942284d0c">
  <xsd:schema xmlns:xsd="http://www.w3.org/2001/XMLSchema" xmlns:xs="http://www.w3.org/2001/XMLSchema" xmlns:p="http://schemas.microsoft.com/office/2006/metadata/properties" xmlns:ns2="1e94a6a0-ae4f-42e0-8306-0d6ec958226b" xmlns:ns3="a6d920ce-00fb-46eb-a4a9-2811e7341af4" targetNamespace="http://schemas.microsoft.com/office/2006/metadata/properties" ma:root="true" ma:fieldsID="8219367fcc7c41b424b54f57cabf09fe" ns2:_="" ns3:_="">
    <xsd:import namespace="1e94a6a0-ae4f-42e0-8306-0d6ec958226b"/>
    <xsd:import namespace="a6d920ce-00fb-46eb-a4a9-2811e7341af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94a6a0-ae4f-42e0-8306-0d6ec958226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d920ce-00fb-46eb-a4a9-2811e7341af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7F07E60-90EF-4376-81BE-4487C7F86DF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C5B1F54-6312-4421-8A0A-7A27BFFB39D9}">
  <ds:schemaRefs>
    <ds:schemaRef ds:uri="1e94a6a0-ae4f-42e0-8306-0d6ec958226b"/>
    <ds:schemaRef ds:uri="a6d920ce-00fb-46eb-a4a9-2811e7341af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A08C86A-972F-4A20-94FE-6EA31108B46A}">
  <ds:schemaRefs>
    <ds:schemaRef ds:uri="1e94a6a0-ae4f-42e0-8306-0d6ec958226b"/>
    <ds:schemaRef ds:uri="a6d920ce-00fb-46eb-a4a9-2811e7341af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290</Words>
  <Application>Microsoft Office PowerPoint</Application>
  <PresentationFormat>Widescreen</PresentationFormat>
  <Paragraphs>38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Arial Nova Light</vt:lpstr>
      <vt:lpstr>Calibri</vt:lpstr>
      <vt:lpstr>Wingdings</vt:lpstr>
      <vt:lpstr>Dell Tech template</vt:lpstr>
      <vt:lpstr>3_Dell Tech template</vt:lpstr>
      <vt:lpstr>think-cell Slide</vt:lpstr>
      <vt:lpstr>AI Sales Masterclass  Learn. Innovate. Dominate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Employee Experience DEX Intro Training</dc:title>
  <dc:subject>Dell Technologies Services</dc:subject>
  <dc:creator>Roberts, Matthew</dc:creator>
  <cp:keywords>Modern Workforce;DEX</cp:keywords>
  <cp:lastModifiedBy>Andrade, LuizGustavo</cp:lastModifiedBy>
  <cp:revision>3</cp:revision>
  <dcterms:created xsi:type="dcterms:W3CDTF">2022-08-16T06:51:52Z</dcterms:created>
  <dcterms:modified xsi:type="dcterms:W3CDTF">2025-09-05T14:06:42Z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0x0101004117F5D6D1FC9F468E572D5EA9561F26</vt:lpwstr>
  </property>
  <property fmtid="{D5CDD505-2E9C-101B-9397-08002B2CF9AE}" pid="3" name="MSIP_Label_73dd1fcc-24d7-4f55-9dc2-c1518f171327_Enabled">
    <vt:lpwstr>true</vt:lpwstr>
  </property>
  <property fmtid="{D5CDD505-2E9C-101B-9397-08002B2CF9AE}" pid="4" name="MSIP_Label_73dd1fcc-24d7-4f55-9dc2-c1518f171327_SetDate">
    <vt:lpwstr>2023-09-29T21:01:14Z</vt:lpwstr>
  </property>
  <property fmtid="{D5CDD505-2E9C-101B-9397-08002B2CF9AE}" pid="5" name="MSIP_Label_73dd1fcc-24d7-4f55-9dc2-c1518f171327_Method">
    <vt:lpwstr>Privileged</vt:lpwstr>
  </property>
  <property fmtid="{D5CDD505-2E9C-101B-9397-08002B2CF9AE}" pid="6" name="MSIP_Label_73dd1fcc-24d7-4f55-9dc2-c1518f171327_Name">
    <vt:lpwstr>No Protection (Label Only) - Internal Use</vt:lpwstr>
  </property>
  <property fmtid="{D5CDD505-2E9C-101B-9397-08002B2CF9AE}" pid="7" name="MSIP_Label_73dd1fcc-24d7-4f55-9dc2-c1518f171327_SiteId">
    <vt:lpwstr>945c199a-83a2-4e80-9f8c-5a91be5752dd</vt:lpwstr>
  </property>
  <property fmtid="{D5CDD505-2E9C-101B-9397-08002B2CF9AE}" pid="8" name="MSIP_Label_73dd1fcc-24d7-4f55-9dc2-c1518f171327_ActionId">
    <vt:lpwstr>0b29fda6-5c92-4426-8758-33ab01249f54</vt:lpwstr>
  </property>
  <property fmtid="{D5CDD505-2E9C-101B-9397-08002B2CF9AE}" pid="9" name="MSIP_Label_73dd1fcc-24d7-4f55-9dc2-c1518f171327_ContentBits">
    <vt:lpwstr>2</vt:lpwstr>
  </property>
</Properties>
</file>