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key strengths and focus areas of the AI Sales Masterclass.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Sales Masterclass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Engaging training for Services Sales audience</a:t>
            </a:r>
          </a:p>
          <a:p>
            <a:pPr/>
            <a:r>
              <a:t>Fosters collaboration and knowledge sharing</a:t>
            </a:r>
          </a:p>
          <a:p>
            <a:pPr/>
            <a:r>
              <a:t>Equips sellers with actionable tools</a:t>
            </a:r>
          </a:p>
          <a:p>
            <a:pPr/>
            <a:r>
              <a:t>Focus on Generative AI Services</a:t>
            </a:r>
          </a:p>
          <a:p>
            <a:pPr/>
            <a:r>
              <a:t>Enhances customer conversation skills</a:t>
            </a:r>
          </a:p>
          <a:p>
            <a:pPr/>
            <a:r>
              <a:t>Extends participation to Core Sellers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