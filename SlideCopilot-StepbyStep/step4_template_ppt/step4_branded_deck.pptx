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2" r:id="rId4"/>
  </p:sldMasterIdLst>
  <p:notesMasterIdLst>
    <p:notesMasterId r:id="rId6"/>
  </p:notesMasterIdLst>
  <p:sldIdLst>
    <p:sldId id="256" r:id="rId5"/>
    <p:sldId id="257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96BA3F-88C0-4C07-9522-AB8545B1B29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B2691A-26F1-2AA1-DD78-382899FB295C}" name="Andrade, LuizGustavo" initials="AL" userId="S::luiz_gustavo_andrade@dell.com::b80204a5-65bc-4351-a8eb-878fad981ff9" providerId="AD"/>
  <p188:author id="{B66CDB37-0334-6D91-DA02-B5DA677810E2}" name="Shekhar, Anita" initials="AS" userId="S::Anita_Shekhar@Dell.com::0b0525e3-338e-4174-8be1-bb1bb167b49c" providerId="AD"/>
  <p188:author id="{D67F375B-5338-6374-866C-43A4B68DB33B}" name="Cadinelli, Cristina" initials="CC" userId="S::cristina_cadinelli@dell.com::488582c3-e949-4d7d-bbce-96626143cb7b" providerId="AD"/>
  <p188:author id="{E050C9C4-9EDE-F6C9-60C2-68173D620B60}" name="Andrade, LuizGustavo" initials="LA" userId="S::Luiz_gustavo_Andrade@Dell.com::b80204a5-65bc-4351-a8eb-878fad981ff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walm, Jamie" initials="SJ" lastIdx="41" clrIdx="0">
    <p:extLst>
      <p:ext uri="{19B8F6BF-5375-455C-9EA6-DF929625EA0E}">
        <p15:presenceInfo xmlns:p15="http://schemas.microsoft.com/office/powerpoint/2012/main" userId="S::jamie.schwalm@dell.com::4962315c-5a95-40d8-9104-a5aa5e38296d" providerId="AD"/>
      </p:ext>
    </p:extLst>
  </p:cmAuthor>
  <p:cmAuthor id="2" name="Carlson, Dave" initials="CD" lastIdx="5" clrIdx="1">
    <p:extLst>
      <p:ext uri="{19B8F6BF-5375-455C-9EA6-DF929625EA0E}">
        <p15:presenceInfo xmlns:p15="http://schemas.microsoft.com/office/powerpoint/2012/main" userId="S::dave.carlson@dell.com::dde24d79-3d11-47ef-a2bf-02ef6edcb6fd" providerId="AD"/>
      </p:ext>
    </p:extLst>
  </p:cmAuthor>
  <p:cmAuthor id="3" name="Roberts, Matthew" initials="RM" lastIdx="4" clrIdx="2">
    <p:extLst>
      <p:ext uri="{19B8F6BF-5375-455C-9EA6-DF929625EA0E}">
        <p15:presenceInfo xmlns:p15="http://schemas.microsoft.com/office/powerpoint/2012/main" userId="S::Matthew.Roberts@emc.com::648a8a5e-a1a7-4fcd-bbff-9da6a6631ace" providerId="AD"/>
      </p:ext>
    </p:extLst>
  </p:cmAuthor>
  <p:cmAuthor id="4" name="Farage, Adam" initials="FA" lastIdx="2" clrIdx="3">
    <p:extLst>
      <p:ext uri="{19B8F6BF-5375-455C-9EA6-DF929625EA0E}">
        <p15:presenceInfo xmlns:p15="http://schemas.microsoft.com/office/powerpoint/2012/main" userId="S::adam.farage@dell.com::873ec2cd-4032-4029-bc37-32e16aed1e87" providerId="AD"/>
      </p:ext>
    </p:extLst>
  </p:cmAuthor>
  <p:cmAuthor id="5" name="Roberts, Matthew" initials="RM [2]" lastIdx="6" clrIdx="4">
    <p:extLst>
      <p:ext uri="{19B8F6BF-5375-455C-9EA6-DF929625EA0E}">
        <p15:presenceInfo xmlns:p15="http://schemas.microsoft.com/office/powerpoint/2012/main" userId="S::matthew.roberts@dell.com::648a8a5e-a1a7-4fcd-bbff-9da6a6631ace" providerId="AD"/>
      </p:ext>
    </p:extLst>
  </p:cmAuthor>
  <p:cmAuthor id="6" name="Cameron, Erin" initials="CE" lastIdx="1" clrIdx="5">
    <p:extLst>
      <p:ext uri="{19B8F6BF-5375-455C-9EA6-DF929625EA0E}">
        <p15:presenceInfo xmlns:p15="http://schemas.microsoft.com/office/powerpoint/2012/main" userId="S::Erin_Cameron@dell.com::b277a85c-5ca9-4ea9-bf40-74ca318bca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155"/>
    <a:srgbClr val="0672CB"/>
    <a:srgbClr val="FF8989"/>
    <a:srgbClr val="0D1722"/>
    <a:srgbClr val="9DA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9C10C-354E-4DA5-B0B1-02F23E40DEAE}" v="102" dt="2025-09-05T21:25:33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Relationship Id="rId15" Type="http://schemas.openxmlformats.org/officeDocument/2006/relationships/slide" Target="slides/slide2.xml"/><Relationship Id="rId1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ade, LuizGustavo" userId="b80204a5-65bc-4351-a8eb-878fad981ff9" providerId="ADAL" clId="{CB09C10C-354E-4DA5-B0B1-02F23E40DEAE}"/>
    <pc:docChg chg="custSel addSld delSld modSld modMainMaster modSection">
      <pc:chgData name="Andrade, LuizGustavo" userId="b80204a5-65bc-4351-a8eb-878fad981ff9" providerId="ADAL" clId="{CB09C10C-354E-4DA5-B0B1-02F23E40DEAE}" dt="2025-09-05T21:33:44.017" v="354" actId="680"/>
      <pc:docMkLst>
        <pc:docMk/>
      </pc:docMkLst>
      <pc:sldChg chg="new">
        <pc:chgData name="Andrade, LuizGustavo" userId="b80204a5-65bc-4351-a8eb-878fad981ff9" providerId="ADAL" clId="{CB09C10C-354E-4DA5-B0B1-02F23E40DEAE}" dt="2025-09-05T21:33:44.017" v="354" actId="680"/>
        <pc:sldMkLst>
          <pc:docMk/>
          <pc:sldMk cId="49026252" sldId="256"/>
        </pc:sldMkLst>
      </pc:sldChg>
      <pc:sldChg chg="modSp del mod">
        <pc:chgData name="Andrade, LuizGustavo" userId="b80204a5-65bc-4351-a8eb-878fad981ff9" providerId="ADAL" clId="{CB09C10C-354E-4DA5-B0B1-02F23E40DEAE}" dt="2025-09-05T21:33:41.918" v="353" actId="47"/>
        <pc:sldMkLst>
          <pc:docMk/>
          <pc:sldMk cId="174622308" sldId="2147483627"/>
        </pc:sldMkLst>
        <pc:spChg chg="mod">
          <ac:chgData name="Andrade, LuizGustavo" userId="b80204a5-65bc-4351-a8eb-878fad981ff9" providerId="ADAL" clId="{CB09C10C-354E-4DA5-B0B1-02F23E40DEAE}" dt="2025-09-05T16:45:52.146" v="74" actId="20577"/>
          <ac:spMkLst>
            <pc:docMk/>
            <pc:sldMk cId="174622308" sldId="2147483627"/>
            <ac:spMk id="18" creationId="{8FB594A9-A001-7E3D-4495-C7F54215ADCF}"/>
          </ac:spMkLst>
        </pc:spChg>
        <pc:spChg chg="mod">
          <ac:chgData name="Andrade, LuizGustavo" userId="b80204a5-65bc-4351-a8eb-878fad981ff9" providerId="ADAL" clId="{CB09C10C-354E-4DA5-B0B1-02F23E40DEAE}" dt="2025-09-05T16:46:20.638" v="224"/>
          <ac:spMkLst>
            <pc:docMk/>
            <pc:sldMk cId="174622308" sldId="2147483627"/>
            <ac:spMk id="22" creationId="{F018BAB4-5E3C-3EEF-A8B6-ADC74D71DC98}"/>
          </ac:spMkLst>
        </pc:spChg>
        <pc:spChg chg="mod">
          <ac:chgData name="Andrade, LuizGustavo" userId="b80204a5-65bc-4351-a8eb-878fad981ff9" providerId="ADAL" clId="{CB09C10C-354E-4DA5-B0B1-02F23E40DEAE}" dt="2025-09-05T16:46:07.116" v="131" actId="20577"/>
          <ac:spMkLst>
            <pc:docMk/>
            <pc:sldMk cId="174622308" sldId="2147483627"/>
            <ac:spMk id="45" creationId="{035A3DFB-C6B5-C63E-6F8A-34A94E4AB254}"/>
          </ac:spMkLst>
        </pc:spChg>
        <pc:graphicFrameChg chg="mod modGraphic">
          <ac:chgData name="Andrade, LuizGustavo" userId="b80204a5-65bc-4351-a8eb-878fad981ff9" providerId="ADAL" clId="{CB09C10C-354E-4DA5-B0B1-02F23E40DEAE}" dt="2025-09-05T16:47:27.815" v="335"/>
          <ac:graphicFrameMkLst>
            <pc:docMk/>
            <pc:sldMk cId="174622308" sldId="2147483627"/>
            <ac:graphicFrameMk id="3" creationId="{84A9380C-6957-4E3C-BC3E-170DC87E5305}"/>
          </ac:graphicFrameMkLst>
        </pc:graphicFrameChg>
      </pc:sldChg>
      <pc:sldMasterChg chg="addSp delSp modSp mod addSldLayout delSldLayout modSldLayout">
        <pc:chgData name="Andrade, LuizGustavo" userId="b80204a5-65bc-4351-a8eb-878fad981ff9" providerId="ADAL" clId="{CB09C10C-354E-4DA5-B0B1-02F23E40DEAE}" dt="2025-09-05T21:33:44.017" v="354" actId="680"/>
        <pc:sldMasterMkLst>
          <pc:docMk/>
          <pc:sldMasterMk cId="1530414706" sldId="2147484182"/>
        </pc:sldMasterMkLst>
        <pc:spChg chg="add mod">
          <ac:chgData name="Andrade, LuizGustavo" userId="b80204a5-65bc-4351-a8eb-878fad981ff9" providerId="ADAL" clId="{CB09C10C-354E-4DA5-B0B1-02F23E40DEAE}" dt="2025-09-05T21:25:03.234" v="336"/>
          <ac:spMkLst>
            <pc:docMk/>
            <pc:sldMasterMk cId="1530414706" sldId="2147484182"/>
            <ac:spMk id="4" creationId="{283D01E9-4F9E-2006-19F1-53F221462320}"/>
          </ac:spMkLst>
        </pc:spChg>
        <pc:spChg chg="add del mod">
          <ac:chgData name="Andrade, LuizGustavo" userId="b80204a5-65bc-4351-a8eb-878fad981ff9" providerId="ADAL" clId="{CB09C10C-354E-4DA5-B0B1-02F23E40DEAE}" dt="2025-09-05T21:25:11.320" v="338" actId="478"/>
          <ac:spMkLst>
            <pc:docMk/>
            <pc:sldMasterMk cId="1530414706" sldId="2147484182"/>
            <ac:spMk id="5" creationId="{3E5EAE1B-DFE2-78FB-752B-893A56C3E5F0}"/>
          </ac:spMkLst>
        </pc:spChg>
        <pc:spChg chg="add mod">
          <ac:chgData name="Andrade, LuizGustavo" userId="b80204a5-65bc-4351-a8eb-878fad981ff9" providerId="ADAL" clId="{CB09C10C-354E-4DA5-B0B1-02F23E40DEAE}" dt="2025-09-05T21:25:15.834" v="339"/>
          <ac:spMkLst>
            <pc:docMk/>
            <pc:sldMasterMk cId="1530414706" sldId="2147484182"/>
            <ac:spMk id="6" creationId="{96A43CF6-A4CC-5935-7A1C-2AB37B80FEEB}"/>
          </ac:spMkLst>
        </pc:spChg>
        <pc:spChg chg="add mod">
          <ac:chgData name="Andrade, LuizGustavo" userId="b80204a5-65bc-4351-a8eb-878fad981ff9" providerId="ADAL" clId="{CB09C10C-354E-4DA5-B0B1-02F23E40DEAE}" dt="2025-09-05T21:25:20.867" v="340"/>
          <ac:spMkLst>
            <pc:docMk/>
            <pc:sldMasterMk cId="1530414706" sldId="2147484182"/>
            <ac:spMk id="7" creationId="{C81A50D4-1A66-50D8-6DC7-E6D3902D3188}"/>
          </ac:spMkLst>
        </pc:spChg>
        <pc:sldLayoutChg chg="add">
          <pc:chgData name="Andrade, LuizGustavo" userId="b80204a5-65bc-4351-a8eb-878fad981ff9" providerId="ADAL" clId="{CB09C10C-354E-4DA5-B0B1-02F23E40DEAE}" dt="2025-09-05T21:33:44.017" v="354" actId="680"/>
          <pc:sldLayoutMkLst>
            <pc:docMk/>
            <pc:sldMasterMk cId="1530414706" sldId="2147484182"/>
            <pc:sldLayoutMk cId="1188685015" sldId="2147484183"/>
          </pc:sldLayoutMkLst>
        </pc:sldLayoutChg>
        <pc:sldLayoutChg chg="addSp modSp del mod">
          <pc:chgData name="Andrade, LuizGustavo" userId="b80204a5-65bc-4351-a8eb-878fad981ff9" providerId="ADAL" clId="{CB09C10C-354E-4DA5-B0B1-02F23E40DEAE}" dt="2025-09-05T21:33:41.918" v="353" actId="47"/>
          <pc:sldLayoutMkLst>
            <pc:docMk/>
            <pc:sldMasterMk cId="1530414706" sldId="2147484182"/>
            <pc:sldLayoutMk cId="1287511620" sldId="2147484183"/>
          </pc:sldLayoutMkLst>
          <pc:spChg chg="add mod">
            <ac:chgData name="Andrade, LuizGustavo" userId="b80204a5-65bc-4351-a8eb-878fad981ff9" providerId="ADAL" clId="{CB09C10C-354E-4DA5-B0B1-02F23E40DEAE}" dt="2025-09-05T21:25:56.021" v="352" actId="20577"/>
            <ac:spMkLst>
              <pc:docMk/>
              <pc:sldMasterMk cId="1530414706" sldId="2147484182"/>
              <pc:sldLayoutMk cId="1287511620" sldId="2147484183"/>
              <ac:spMk id="5" creationId="{5FBF2734-73D6-0662-C72F-049CED9D0856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52ED9-7AF8-A141-BB37-996EBDDD2C5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9CEEF-AEFD-C149-8AED-35E4D5D4E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5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success of the AI Sales Masterclass.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actionable steps to build on the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8E021-5582-8984-7274-94431526C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167AF-E17D-2695-0672-F7579C3EA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86850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2A94194-466B-3B85-3BBE-9B21CABA49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870056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2A94194-466B-3B85-3BBE-9B21CABA49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786D398D-DD5C-4078-8274-379C83B07C65}"/>
              </a:ext>
            </a:extLst>
          </p:cNvPr>
          <p:cNvSpPr txBox="1"/>
          <p:nvPr userDrawn="1"/>
        </p:nvSpPr>
        <p:spPr>
          <a:xfrm>
            <a:off x="5600137" y="6706263"/>
            <a:ext cx="1009892" cy="92398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l" defTabSz="121908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7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Copyright 2020 Dell Inc.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82E68752-7C9A-4682-A834-9D61B1717556}"/>
              </a:ext>
            </a:extLst>
          </p:cNvPr>
          <p:cNvSpPr txBox="1"/>
          <p:nvPr userDrawn="1"/>
        </p:nvSpPr>
        <p:spPr>
          <a:xfrm>
            <a:off x="5140350" y="6706263"/>
            <a:ext cx="105798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6CE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67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6CE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67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2A8109-E492-4870-82D2-8E73695DFE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5055" y="6612752"/>
            <a:ext cx="1438656" cy="187024"/>
          </a:xfrm>
          <a:prstGeom prst="rect">
            <a:avLst/>
          </a:prstGeom>
        </p:spPr>
      </p:pic>
      <p:sp>
        <p:nvSpPr>
          <p:cNvPr id="2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77A9DEFE-FDE9-FE70-88C5-854B274C804C}"/>
              </a:ext>
            </a:extLst>
          </p:cNvPr>
          <p:cNvSpPr txBox="1"/>
          <p:nvPr userDrawn="1"/>
        </p:nvSpPr>
        <p:spPr>
          <a:xfrm>
            <a:off x="0" y="66469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Internal Use - Confidential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D01E9-4F9E-2006-19F1-53F221462320}"/>
              </a:ext>
            </a:extLst>
          </p:cNvPr>
          <p:cNvSpPr/>
          <p:nvPr userDrawn="1"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A43CF6-A4CC-5935-7A1C-2AB37B80FEEB}"/>
              </a:ext>
            </a:extLst>
          </p:cNvPr>
          <p:cNvSpPr txBox="1">
            <a:spLocks/>
          </p:cNvSpPr>
          <p:nvPr userDrawn="1"/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E5F8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1A50D4-1A66-50D8-6DC7-E6D3902D3188}"/>
              </a:ext>
            </a:extLst>
          </p:cNvPr>
          <p:cNvSpPr txBox="1">
            <a:spLocks/>
          </p:cNvSpPr>
          <p:nvPr userDrawn="1"/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defTabSz="914332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rgbClr val="80C7FB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194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86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79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73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66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58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52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46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041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80">
          <p15:clr>
            <a:srgbClr val="F26B43"/>
          </p15:clr>
        </p15:guide>
        <p15:guide id="4" pos="55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BE48-2DFF-F94D-8F7C-FE8D1E7F3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28A44-8B2C-7890-58C8-BA38C42209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625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Sales Masterclass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Engaged Services Sales audience effectively.</a:t>
            </a:r>
          </a:p>
          <a:p>
            <a:pPr/>
            <a:r>
              <a:t>Fostered collaboration and knowledge sharing.</a:t>
            </a:r>
          </a:p>
          <a:p>
            <a:pPr/>
            <a:r>
              <a:t>Provided practical tools for AI conversations.</a:t>
            </a:r>
          </a:p>
          <a:p>
            <a:pPr/>
            <a:r>
              <a:t>Unified training for Generative AI Services.</a:t>
            </a:r>
          </a:p>
          <a:p>
            <a:pPr/>
            <a:r>
              <a:t>Encouraged real-world success story exchanges.</a:t>
            </a:r>
          </a:p>
          <a:p>
            <a:pPr/>
            <a:r>
              <a:t>Empowered sellers to enhance customer interactions.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Dell Tech templat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054BDF36-A97E-4A22-BC11-77DEE69A9A96}" vid="{15AC80A3-E726-423B-9D4F-C2BDB38616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17F5D6D1FC9F468E572D5EA9561F26" ma:contentTypeVersion="14" ma:contentTypeDescription="Create a new document." ma:contentTypeScope="" ma:versionID="d8249b45d913b89ee642578942284d0c">
  <xsd:schema xmlns:xsd="http://www.w3.org/2001/XMLSchema" xmlns:xs="http://www.w3.org/2001/XMLSchema" xmlns:p="http://schemas.microsoft.com/office/2006/metadata/properties" xmlns:ns2="1e94a6a0-ae4f-42e0-8306-0d6ec958226b" xmlns:ns3="a6d920ce-00fb-46eb-a4a9-2811e7341af4" targetNamespace="http://schemas.microsoft.com/office/2006/metadata/properties" ma:root="true" ma:fieldsID="8219367fcc7c41b424b54f57cabf09fe" ns2:_="" ns3:_="">
    <xsd:import namespace="1e94a6a0-ae4f-42e0-8306-0d6ec958226b"/>
    <xsd:import namespace="a6d920ce-00fb-46eb-a4a9-2811e7341a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94a6a0-ae4f-42e0-8306-0d6ec95822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920ce-00fb-46eb-a4a9-2811e7341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F07E60-90EF-4376-81BE-4487C7F86D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5B1F54-6312-4421-8A0A-7A27BFFB39D9}">
  <ds:schemaRefs>
    <ds:schemaRef ds:uri="1e94a6a0-ae4f-42e0-8306-0d6ec958226b"/>
    <ds:schemaRef ds:uri="a6d920ce-00fb-46eb-a4a9-2811e7341a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08C86A-972F-4A20-94FE-6EA31108B46A}">
  <ds:schemaRefs>
    <ds:schemaRef ds:uri="1e94a6a0-ae4f-42e0-8306-0d6ec958226b"/>
    <ds:schemaRef ds:uri="a6d920ce-00fb-46eb-a4a9-2811e7341a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4_Dell Tech template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Employee Experience DEX Intro Training</dc:title>
  <dc:subject>Dell Technologies Services</dc:subject>
  <dc:creator>Roberts, Matthew</dc:creator>
  <cp:keywords>Modern Workforce;DEX</cp:keywords>
  <cp:lastModifiedBy>Andrade, LuizGustavo</cp:lastModifiedBy>
  <cp:revision>3</cp:revision>
  <dcterms:created xsi:type="dcterms:W3CDTF">2022-08-16T06:51:52Z</dcterms:created>
  <dcterms:modified xsi:type="dcterms:W3CDTF">2025-09-05T21:33:46Z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0x0101004117F5D6D1FC9F468E572D5EA9561F26</vt:lpwstr>
  </property>
  <property fmtid="{D5CDD505-2E9C-101B-9397-08002B2CF9AE}" pid="3" name="MSIP_Label_73dd1fcc-24d7-4f55-9dc2-c1518f171327_Enabled">
    <vt:lpwstr>true</vt:lpwstr>
  </property>
  <property fmtid="{D5CDD505-2E9C-101B-9397-08002B2CF9AE}" pid="4" name="MSIP_Label_73dd1fcc-24d7-4f55-9dc2-c1518f171327_SetDate">
    <vt:lpwstr>2023-09-29T21:01:14Z</vt:lpwstr>
  </property>
  <property fmtid="{D5CDD505-2E9C-101B-9397-08002B2CF9AE}" pid="5" name="MSIP_Label_73dd1fcc-24d7-4f55-9dc2-c1518f171327_Method">
    <vt:lpwstr>Privileged</vt:lpwstr>
  </property>
  <property fmtid="{D5CDD505-2E9C-101B-9397-08002B2CF9AE}" pid="6" name="MSIP_Label_73dd1fcc-24d7-4f55-9dc2-c1518f171327_Name">
    <vt:lpwstr>No Protection (Label Only) - Internal Use</vt:lpwstr>
  </property>
  <property fmtid="{D5CDD505-2E9C-101B-9397-08002B2CF9AE}" pid="7" name="MSIP_Label_73dd1fcc-24d7-4f55-9dc2-c1518f171327_SiteId">
    <vt:lpwstr>945c199a-83a2-4e80-9f8c-5a91be5752dd</vt:lpwstr>
  </property>
  <property fmtid="{D5CDD505-2E9C-101B-9397-08002B2CF9AE}" pid="8" name="MSIP_Label_73dd1fcc-24d7-4f55-9dc2-c1518f171327_ActionId">
    <vt:lpwstr>0b29fda6-5c92-4426-8758-33ab01249f54</vt:lpwstr>
  </property>
  <property fmtid="{D5CDD505-2E9C-101B-9397-08002B2CF9AE}" pid="9" name="MSIP_Label_73dd1fcc-24d7-4f55-9dc2-c1518f171327_ContentBits">
    <vt:lpwstr>2</vt:lpwstr>
  </property>
</Properties>
</file>